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20000"/>
      </a:spcBef>
      <a:spcAft>
        <a:spcPct val="0"/>
      </a:spcAft>
      <a:buClr>
        <a:srgbClr val="8E0D30"/>
      </a:buClr>
      <a:buChar char="•"/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904"/>
    <p:restoredTop sz="94971"/>
  </p:normalViewPr>
  <p:slideViewPr>
    <p:cSldViewPr snapToGrid="0">
      <p:cViewPr varScale="1">
        <p:scale>
          <a:sx n="113" d="100"/>
          <a:sy n="113" d="100"/>
        </p:scale>
        <p:origin x="149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09600" y="278640"/>
            <a:ext cx="10363200" cy="1470025"/>
          </a:xfrm>
        </p:spPr>
        <p:txBody>
          <a:bodyPr/>
          <a:lstStyle>
            <a:lvl1pPr>
              <a:defRPr>
                <a:solidFill>
                  <a:srgbClr val="600592"/>
                </a:solidFill>
              </a:defRPr>
            </a:lvl1pPr>
          </a:lstStyle>
          <a:p>
            <a:r>
              <a:rPr lang="en-US" dirty="0"/>
              <a:t>Topic Num - Name of Topic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139536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dirty="0"/>
              <a:t>Data Science for Business</a:t>
            </a:r>
          </a:p>
          <a:p>
            <a:endParaRPr lang="en-US" dirty="0"/>
          </a:p>
          <a:p>
            <a:r>
              <a:rPr lang="en-US" dirty="0"/>
              <a:t>Chris Volinsky</a:t>
            </a:r>
          </a:p>
          <a:p>
            <a:r>
              <a:rPr lang="en-US" dirty="0"/>
              <a:t>NYU Stern School of Business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14D675-817C-D2B8-A095-F0294E39F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339" y="3429000"/>
            <a:ext cx="6431721" cy="27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36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116E0C90-514F-E1AB-C247-966E1AD79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28918"/>
            <a:ext cx="1861931" cy="7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1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0775125-7C05-15FA-5541-A1CBF69CEB14}"/>
              </a:ext>
            </a:extLst>
          </p:cNvPr>
          <p:cNvSpPr txBox="1">
            <a:spLocks/>
          </p:cNvSpPr>
          <p:nvPr/>
        </p:nvSpPr>
        <p:spPr bwMode="auto">
          <a:xfrm>
            <a:off x="0" y="1454155"/>
            <a:ext cx="12192000" cy="133667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rgbClr val="60059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5pPr>
            <a:lvl6pPr marL="3429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6pPr>
            <a:lvl7pPr marL="6858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7pPr>
            <a:lvl8pPr marL="10287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8pPr>
            <a:lvl9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buClrTx/>
              <a:buNone/>
            </a:pPr>
            <a:endParaRPr lang="en-US" sz="3300" kern="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D4B56B-BD9C-8550-2E67-7573EFC8A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661" y="4554495"/>
            <a:ext cx="3626679" cy="153227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056C3-2019-B406-B923-FB0A68BB94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476" y="1769441"/>
            <a:ext cx="4638168" cy="914400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352132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0C1E545A-8684-E274-1BDD-2502E7C00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28918"/>
            <a:ext cx="1861931" cy="7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339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794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black background with purple letters&#10;&#10;Description automatically generated">
            <a:extLst>
              <a:ext uri="{FF2B5EF4-FFF2-40B4-BE49-F238E27FC236}">
                <a16:creationId xmlns:a16="http://schemas.microsoft.com/office/drawing/2014/main" id="{73709BB1-05FC-92CD-8075-AC4198DED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28918"/>
            <a:ext cx="1861931" cy="7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7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45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0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66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3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6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274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389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4"/>
            <a:ext cx="10972800" cy="452596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48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600204"/>
            <a:ext cx="5384800" cy="4525963"/>
          </a:xfrm>
        </p:spPr>
        <p:txBody>
          <a:bodyPr/>
          <a:lstStyle/>
          <a:p>
            <a:pPr lvl="0"/>
            <a:r>
              <a:rPr lang="en-US" noProof="0"/>
              <a:t>Click icon to add online image</a:t>
            </a:r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56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36525"/>
            <a:ext cx="10972800" cy="72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21899"/>
            <a:ext cx="10972800" cy="4814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29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FontTx/>
              <a:buNone/>
              <a:defRPr sz="1050">
                <a:latin typeface="Arial" charset="0"/>
              </a:defRPr>
            </a:lvl1pPr>
          </a:lstStyle>
          <a:p>
            <a:fld id="{89A520AA-19F2-ED4A-9168-26018BC19D83}" type="datetimeFigureOut">
              <a:rPr lang="en-US" smtClean="0"/>
              <a:t>11/5/25</a:t>
            </a:fld>
            <a:endParaRPr lang="en-US"/>
          </a:p>
        </p:txBody>
      </p:sp>
      <p:sp>
        <p:nvSpPr>
          <p:cNvPr id="2129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buFontTx/>
              <a:buNone/>
              <a:defRPr sz="105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129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050">
                <a:latin typeface="Arial" charset="0"/>
              </a:defRPr>
            </a:lvl1pPr>
          </a:lstStyle>
          <a:p>
            <a:fld id="{270A56FA-86E3-F44B-997A-8F9D00AE2C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9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60059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593DD-5C53-F246-B090-653267651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PNAS/Facebook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1FB65-3725-D352-D33F-0CD4238C2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275" y="1021899"/>
            <a:ext cx="11195125" cy="4814202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How was the model fit?</a:t>
            </a:r>
          </a:p>
          <a:p>
            <a:pPr lvl="1"/>
            <a:r>
              <a:rPr lang="en-US" dirty="0"/>
              <a:t>What is the target?  What are the features?  What training data was used? </a:t>
            </a:r>
          </a:p>
          <a:p>
            <a:pPr lvl="1"/>
            <a:r>
              <a:rPr lang="en-US" dirty="0"/>
              <a:t>What predictive model did they use (for binary and numeric targets)?</a:t>
            </a:r>
          </a:p>
          <a:p>
            <a:pPr lvl="1"/>
            <a:r>
              <a:rPr lang="en-US" dirty="0"/>
              <a:t>What evaluation metric did they use (for binary and numeric targets)?</a:t>
            </a:r>
          </a:p>
          <a:p>
            <a:pPr lvl="1"/>
            <a:r>
              <a:rPr lang="en-US" i="1" dirty="0"/>
              <a:t>Note the use of many methods and metrics we have learned in this class! 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Are you at all surprised by their “accuracy” of different traits? </a:t>
            </a:r>
          </a:p>
          <a:p>
            <a:pPr lvl="1"/>
            <a:r>
              <a:rPr lang="en-US" dirty="0"/>
              <a:t>Which things are easier to predict than others?  What are the implications of false pos/neg?</a:t>
            </a:r>
          </a:p>
          <a:p>
            <a:pPr lvl="1"/>
            <a:r>
              <a:rPr lang="en-US" dirty="0"/>
              <a:t>Come up with your favorite  ”fun fact” from the paper or the supplements (Table S1 is particularly rich)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Is there a valid business reason for this analysis? Is there a downside?</a:t>
            </a:r>
          </a:p>
        </p:txBody>
      </p:sp>
    </p:spTree>
    <p:extLst>
      <p:ext uri="{BB962C8B-B14F-4D97-AF65-F5344CB8AC3E}">
        <p14:creationId xmlns:p14="http://schemas.microsoft.com/office/powerpoint/2010/main" val="2491159469"/>
      </p:ext>
    </p:extLst>
  </p:cSld>
  <p:clrMapOvr>
    <a:masterClrMapping/>
  </p:clrMapOvr>
</p:sld>
</file>

<file path=ppt/theme/theme1.xml><?xml version="1.0" encoding="utf-8"?>
<a:theme xmlns:a="http://schemas.openxmlformats.org/drawingml/2006/main" name="1_SBE10">
  <a:themeElements>
    <a:clrScheme name="1_SBE10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SBE10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8E0D30"/>
          </a:buClr>
          <a:buSzTx/>
          <a:buFontTx/>
          <a:buChar char="•"/>
          <a:tabLst/>
          <a:defRPr kumimoji="0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ln>
          <a:headEnd type="none" w="med" len="med"/>
          <a:tailEnd type="triangle"/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marL="0" indent="0" algn="l">
          <a:buNone/>
          <a:defRPr sz="2000" dirty="0" smtClean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>
    <a:extraClrScheme>
      <a:clrScheme name="1_SBE1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BE10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BE10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TV-style" id="{76D76506-A0BC-8D4F-A42C-BBF50ED27964}" vid="{B20F4F62-1BD5-CD4F-87A9-C146A9A146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CTV-style</Template>
  <TotalTime>4996</TotalTime>
  <Words>137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Tahoma</vt:lpstr>
      <vt:lpstr>Times New Roman</vt:lpstr>
      <vt:lpstr>1_SBE10</vt:lpstr>
      <vt:lpstr>PNAS/Facebook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volinsky</dc:creator>
  <cp:lastModifiedBy>chris volinsky</cp:lastModifiedBy>
  <cp:revision>6</cp:revision>
  <dcterms:created xsi:type="dcterms:W3CDTF">2024-11-06T14:17:14Z</dcterms:created>
  <dcterms:modified xsi:type="dcterms:W3CDTF">2025-11-06T02:08:08Z</dcterms:modified>
</cp:coreProperties>
</file>
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rgbClr val="8E0D30"/>
      </a:buClr>
      <a:buChar char="•"/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20000"/>
      </a:spcBef>
      <a:spcAft>
        <a:spcPct val="0"/>
      </a:spcAft>
      <a:buClr>
        <a:srgbClr val="8E0D30"/>
      </a:buClr>
      <a:buChar char="•"/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20000"/>
      </a:spcBef>
      <a:spcAft>
        <a:spcPct val="0"/>
      </a:spcAft>
      <a:buClr>
        <a:srgbClr val="8E0D30"/>
      </a:buClr>
      <a:buChar char="•"/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20000"/>
      </a:spcBef>
      <a:spcAft>
        <a:spcPct val="0"/>
      </a:spcAft>
      <a:buClr>
        <a:srgbClr val="8E0D30"/>
      </a:buClr>
      <a:buChar char="•"/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20000"/>
      </a:spcBef>
      <a:spcAft>
        <a:spcPct val="0"/>
      </a:spcAft>
      <a:buClr>
        <a:srgbClr val="8E0D30"/>
      </a:buClr>
      <a:buChar char="•"/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0592"/>
    <a:srgbClr val="4A0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266"/>
    <p:restoredTop sz="96782"/>
  </p:normalViewPr>
  <p:slideViewPr>
    <p:cSldViewPr snapToGrid="0">
      <p:cViewPr varScale="1">
        <p:scale>
          <a:sx n="102" d="100"/>
          <a:sy n="102" d="100"/>
        </p:scale>
        <p:origin x="1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3ED7A-E0CC-A14D-8702-3DBB30C4345D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12B09-6666-2149-A7EC-89A035875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11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Q: can I identify pregnant women in my store. </a:t>
            </a:r>
          </a:p>
          <a:p>
            <a:endParaRPr lang="en-US" dirty="0"/>
          </a:p>
          <a:p>
            <a:r>
              <a:rPr lang="en-US" dirty="0"/>
              <a:t>Data: what population?  How to separate out the 0s and the 1s?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 far back? 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products?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endParaRPr lang="en-US" dirty="0"/>
          </a:p>
          <a:p>
            <a:r>
              <a:rPr lang="en-US" dirty="0"/>
              <a:t>How accurate did their model have to be?</a:t>
            </a:r>
          </a:p>
          <a:p>
            <a:endParaRPr lang="en-US" dirty="0"/>
          </a:p>
          <a:p>
            <a:r>
              <a:rPr lang="en-US" dirty="0"/>
              <a:t>As a customer if you knew this was happening how much would it concern you? </a:t>
            </a:r>
          </a:p>
          <a:p>
            <a:endParaRPr lang="en-US" dirty="0"/>
          </a:p>
          <a:p>
            <a:r>
              <a:rPr lang="en-US" dirty="0"/>
              <a:t>”</a:t>
            </a:r>
            <a:r>
              <a:rPr lang="en-US" dirty="0" err="1"/>
              <a:t>Mathemeticians</a:t>
            </a:r>
            <a:r>
              <a:rPr lang="en-US" dirty="0"/>
              <a:t> are suddenly sexy”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30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278640"/>
            <a:ext cx="7772400" cy="1470025"/>
          </a:xfrm>
        </p:spPr>
        <p:txBody>
          <a:bodyPr/>
          <a:lstStyle>
            <a:lvl1pPr>
              <a:defRPr>
                <a:solidFill>
                  <a:srgbClr val="600592"/>
                </a:solidFill>
              </a:defRPr>
            </a:lvl1pPr>
          </a:lstStyle>
          <a:p>
            <a:r>
              <a:rPr lang="en-US" dirty="0"/>
              <a:t>Topic Num - Name of Topic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139536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 dirty="0"/>
              <a:t>Data Science for Business</a:t>
            </a:r>
          </a:p>
          <a:p>
            <a:endParaRPr lang="en-US" dirty="0"/>
          </a:p>
          <a:p>
            <a:r>
              <a:rPr lang="en-US" dirty="0"/>
              <a:t>Chris Volinsky</a:t>
            </a:r>
          </a:p>
          <a:p>
            <a:r>
              <a:rPr lang="en-US" dirty="0"/>
              <a:t>NYU Stern School of Business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F43C82-9B9B-AC4F-98CD-0ADC587116F3}" type="datetime1">
              <a:rPr lang="en-US" smtClean="0"/>
              <a:t>10/8/25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14D675-817C-D2B8-A095-F0294E39F3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31504" y="3429000"/>
            <a:ext cx="4823791" cy="27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398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black background with purple letters&#10;&#10;Description automatically generated">
            <a:extLst>
              <a:ext uri="{FF2B5EF4-FFF2-40B4-BE49-F238E27FC236}">
                <a16:creationId xmlns:a16="http://schemas.microsoft.com/office/drawing/2014/main" id="{116E0C90-514F-E1AB-C247-966E1AD79D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28918"/>
            <a:ext cx="1396448" cy="78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35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F769E5-24F5-8F43-8EA5-E948B75DD02E}" type="datetime1">
              <a:rPr lang="en-US" smtClean="0"/>
              <a:t>10/8/25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0775125-7C05-15FA-5541-A1CBF69CEB1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0" y="1454154"/>
            <a:ext cx="9144000" cy="133667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rgbClr val="60059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5pPr>
            <a:lvl6pPr marL="3429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6pPr>
            <a:lvl7pPr marL="6858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7pPr>
            <a:lvl8pPr marL="10287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8pPr>
            <a:lvl9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buClrTx/>
              <a:buNone/>
            </a:pPr>
            <a:endParaRPr lang="en-US" kern="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D4B56B-BD9C-8550-2E67-7573EFC8A7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11995" y="4554495"/>
            <a:ext cx="2720009" cy="153227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056C3-2019-B406-B923-FB0A68BB94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6357" y="1769441"/>
            <a:ext cx="3478626" cy="914400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877355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5B1BC2-7DC9-274F-9AA5-41AD410B73E8}" type="datetime1">
              <a:rPr lang="en-US" smtClean="0"/>
              <a:t>10/8/25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ack background with purple letters&#10;&#10;Description automatically generated">
            <a:extLst>
              <a:ext uri="{FF2B5EF4-FFF2-40B4-BE49-F238E27FC236}">
                <a16:creationId xmlns:a16="http://schemas.microsoft.com/office/drawing/2014/main" id="{0C1E545A-8684-E274-1BDD-2502E7C00A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28918"/>
            <a:ext cx="1396448" cy="78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57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F9541A-B732-0842-A74F-0C72DB237063}" type="datetime1">
              <a:rPr lang="en-US" smtClean="0"/>
              <a:t>10/8/25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4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97BA72-28C9-9A46-8637-8A409BF0CACF}" type="datetime1">
              <a:rPr lang="en-US" smtClean="0"/>
              <a:t>10/8/25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black background with purple letters&#10;&#10;Description automatically generated">
            <a:extLst>
              <a:ext uri="{FF2B5EF4-FFF2-40B4-BE49-F238E27FC236}">
                <a16:creationId xmlns:a16="http://schemas.microsoft.com/office/drawing/2014/main" id="{73709BB1-05FC-92CD-8075-AC4198DEDB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28918"/>
            <a:ext cx="1396448" cy="78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922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4BA4BC-FC40-B844-8CA3-66DD08AD127A}" type="datetime1">
              <a:rPr lang="en-US" smtClean="0"/>
              <a:t>10/8/25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72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381634-E977-7043-B341-F77FCA8D6817}" type="datetime1">
              <a:rPr lang="en-US" smtClean="0"/>
              <a:t>10/8/25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92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42C96D-D083-B04B-BE8C-D38697A2B148}" type="datetime1">
              <a:rPr lang="en-US" smtClean="0"/>
              <a:t>10/8/25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7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178AE4-2A10-5F42-AC8C-4BD01A79A0D1}" type="datetime1">
              <a:rPr lang="en-US" smtClean="0"/>
              <a:t>10/8/25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7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75C519-8308-2748-8B0B-F7B055AE4297}" type="datetime1">
              <a:rPr lang="en-US" smtClean="0"/>
              <a:t>10/8/25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905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38589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D0997E-0CDD-7541-9D88-20A562751868}" type="datetime1">
              <a:rPr lang="en-US" smtClean="0"/>
              <a:t>10/8/25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532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053AD8-5CA7-3F49-B495-B884AFEE8A16}" type="datetime1">
              <a:rPr lang="en-US" smtClean="0"/>
              <a:t>10/8/25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79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4"/>
            <a:ext cx="8229600" cy="452596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1CFE-5FBC-BA47-8777-CE847435DFFA}" type="datetime1">
              <a:rPr lang="en-US" smtClean="0"/>
              <a:t>10/8/25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7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/>
          <a:p>
            <a:pPr lvl="0"/>
            <a:r>
              <a:rPr lang="en-US" noProof="0"/>
              <a:t>Click icon to add online image</a:t>
            </a:r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75583E-7D50-3C4A-8A37-9B3FE7B04D6C}" type="datetime1">
              <a:rPr lang="en-US" smtClean="0"/>
              <a:t>10/8/25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9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6525"/>
            <a:ext cx="8229600" cy="729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21899"/>
            <a:ext cx="8229600" cy="4814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sz="1050">
                <a:latin typeface="Arial" charset="0"/>
              </a:defRPr>
            </a:lvl1pPr>
          </a:lstStyle>
          <a:p>
            <a:fld id="{C3BC7800-B276-A64A-8AB0-19972C98F17B}" type="datetime1">
              <a:rPr lang="en-US" smtClean="0"/>
              <a:t>10/8/25</a:t>
            </a:fld>
            <a:endParaRPr lang="en-US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FontTx/>
              <a:buNone/>
              <a:defRPr sz="105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129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050">
                <a:latin typeface="Arial" charset="0"/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1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60059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046681-DFA1-76C9-60BB-CBA62A1C9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9214"/>
          </a:xfrm>
        </p:spPr>
        <p:txBody>
          <a:bodyPr/>
          <a:lstStyle/>
          <a:p>
            <a:r>
              <a:rPr lang="en-US" dirty="0"/>
              <a:t>Target Use Case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390151-B352-4943-6731-38CC1B960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36104"/>
            <a:ext cx="8382000" cy="5808239"/>
          </a:xfrm>
        </p:spPr>
        <p:txBody>
          <a:bodyPr/>
          <a:lstStyle/>
          <a:p>
            <a:pPr marL="0" indent="0">
              <a:buNone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What was the business problem / data science task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big and small questions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How do you think Target collected training data for this model?  How did they measure accuracy? 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What were the errors (false positive and negative) and risks of each type of error.   Which is worse? 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Discuss the ethical considerations. Where should the line be drawn in targeted marketing? (on a scale of 1 to 10 where do you stand?) 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What expectations should customers have for data privacy?  Do we need more laws and regulation around this? 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74151"/>
                </a:solidFill>
                <a:effectLst/>
              </a:rPr>
              <a:t>What could Target have done differently in this scenario? Discuss how the company could have achieved its business objectives while also respecting customer privacy and ethical considerations.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C7AF0-D6A8-172A-7276-4C978F384B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</a:t>
            </a:fld>
            <a:endParaRPr lang="en-US" dirty="0"/>
          </a:p>
        </p:txBody>
      </p:sp>
      <p:pic>
        <p:nvPicPr>
          <p:cNvPr id="1026" name="Picture 2" descr="Target logos">
            <a:extLst>
              <a:ext uri="{FF2B5EF4-FFF2-40B4-BE49-F238E27FC236}">
                <a16:creationId xmlns:a16="http://schemas.microsoft.com/office/drawing/2014/main" id="{7D8C8B6C-9DF6-B3BE-AFCF-A60A3991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5757" y="52614"/>
            <a:ext cx="722086" cy="722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arget logos">
            <a:extLst>
              <a:ext uri="{FF2B5EF4-FFF2-40B4-BE49-F238E27FC236}">
                <a16:creationId xmlns:a16="http://schemas.microsoft.com/office/drawing/2014/main" id="{7BE70491-EB11-8FD0-68B4-83D4FBC29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71" y="52614"/>
            <a:ext cx="722086" cy="722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528455"/>
      </p:ext>
    </p:extLst>
  </p:cSld>
  <p:clrMapOvr>
    <a:masterClrMapping/>
  </p:clrMapOvr>
</p:sld>
</file>

<file path=ppt/theme/theme1.xml><?xml version="1.0" encoding="utf-8"?>
<a:theme xmlns:a="http://schemas.openxmlformats.org/drawingml/2006/main" name="1_SBE10">
  <a:themeElements>
    <a:clrScheme name="1_SBE10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SBE10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8E0D30"/>
          </a:buClr>
          <a:buSzTx/>
          <a:buFontTx/>
          <a:buChar char="•"/>
          <a:tabLst/>
          <a:defRPr kumimoji="0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ln>
          <a:headEnd type="none" w="med" len="med"/>
          <a:tailEnd type="triangle"/>
        </a:ln>
      </a:spPr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0" indent="0" algn="l">
          <a:buNone/>
          <a:defRPr sz="2000" dirty="0" smtClean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>
    <a:extraClrScheme>
      <a:clrScheme name="1_SBE10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BE10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BE10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BE10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BE10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BE10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TV-style" id="{76D76506-A0BC-8D4F-A42C-BBF50ED27964}" vid="{B20F4F62-1BD5-CD4F-87A9-C146A9A146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1_SBE10</Template>
  <TotalTime>4449</TotalTime>
  <Words>199</Words>
  <Application>Microsoft Macintosh PowerPoint</Application>
  <PresentationFormat>On-screen Show (4:3)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Tahoma</vt:lpstr>
      <vt:lpstr>Times New Roman</vt:lpstr>
      <vt:lpstr>1_SBE10</vt:lpstr>
      <vt:lpstr>Target Use 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Target Use Case Questions</dc:title>
  <dc:creator>chris volinsky</dc:creator>
  <cp:lastModifiedBy>chris volinsky</cp:lastModifiedBy>
  <cp:revision>6</cp:revision>
  <dcterms:created xsi:type="dcterms:W3CDTF">2024-01-31T03:24:14Z</dcterms:created>
  <dcterms:modified xsi:type="dcterms:W3CDTF">2025-10-09T01:21:04Z</dcterms:modified>
</cp:coreProperties>
</file>
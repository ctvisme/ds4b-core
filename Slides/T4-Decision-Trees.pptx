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5"/>
  </p:notesMasterIdLst>
  <p:sldIdLst>
    <p:sldId id="256" r:id="rId2"/>
    <p:sldId id="829" r:id="rId3"/>
    <p:sldId id="824" r:id="rId4"/>
    <p:sldId id="828" r:id="rId5"/>
    <p:sldId id="810" r:id="rId6"/>
    <p:sldId id="804" r:id="rId7"/>
    <p:sldId id="826" r:id="rId8"/>
    <p:sldId id="772" r:id="rId9"/>
    <p:sldId id="742" r:id="rId10"/>
    <p:sldId id="744" r:id="rId11"/>
    <p:sldId id="745" r:id="rId12"/>
    <p:sldId id="747" r:id="rId13"/>
    <p:sldId id="746" r:id="rId14"/>
    <p:sldId id="748" r:id="rId15"/>
    <p:sldId id="749" r:id="rId16"/>
    <p:sldId id="750" r:id="rId17"/>
    <p:sldId id="825" r:id="rId18"/>
    <p:sldId id="754" r:id="rId19"/>
    <p:sldId id="752" r:id="rId20"/>
    <p:sldId id="827" r:id="rId21"/>
    <p:sldId id="753" r:id="rId22"/>
    <p:sldId id="755" r:id="rId23"/>
    <p:sldId id="756" r:id="rId24"/>
    <p:sldId id="759" r:id="rId25"/>
    <p:sldId id="757" r:id="rId26"/>
    <p:sldId id="630" r:id="rId27"/>
    <p:sldId id="631" r:id="rId28"/>
    <p:sldId id="760" r:id="rId29"/>
    <p:sldId id="761" r:id="rId30"/>
    <p:sldId id="767" r:id="rId31"/>
    <p:sldId id="769" r:id="rId32"/>
    <p:sldId id="710" r:id="rId33"/>
    <p:sldId id="77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6EE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60"/>
    <p:restoredTop sz="74030"/>
  </p:normalViewPr>
  <p:slideViewPr>
    <p:cSldViewPr snapToGrid="0">
      <p:cViewPr varScale="1">
        <p:scale>
          <a:sx n="63" d="100"/>
          <a:sy n="63" d="100"/>
        </p:scale>
        <p:origin x="192" y="7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67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58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31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5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59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56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DT are a supervised, predictive model</a:t>
            </a:r>
          </a:p>
          <a:p>
            <a:endParaRPr lang="en-US" dirty="0"/>
          </a:p>
          <a:p>
            <a:r>
              <a:rPr lang="en-US" dirty="0"/>
              <a:t>Easy to interpret</a:t>
            </a:r>
          </a:p>
          <a:p>
            <a:endParaRPr lang="en-US" dirty="0"/>
          </a:p>
          <a:p>
            <a:r>
              <a:rPr lang="en-US" dirty="0"/>
              <a:t>Data at the top, you make a bunch of decisions, and you get a prediction, and and action at the bottom.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56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01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introduce the concept of baseline…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66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it separate well?  What criteria do you use?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27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is better?  More pure, vs more coverage?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36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we go further?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75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9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02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22C56-C129-72C0-D428-9AFB8FDA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05BDB2-AE11-996C-0FCF-8131FCE05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BA261-467E-0441-6544-2F0ABD686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You should be able to read and interpret a tree model…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CCAvg</a:t>
            </a:r>
            <a:r>
              <a:rPr lang="en-US" sz="1400" dirty="0"/>
              <a:t> is average credit card spending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09E1-4216-2D62-EAD0-9B5BC025F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85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37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98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94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try and answer this question….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79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493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189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032C39-B02B-41E7-A573-BA9DFAADFFA8}" type="slidenum">
              <a:rPr lang="en-US"/>
              <a:pPr/>
              <a:t>26</a:t>
            </a:fld>
            <a:endParaRPr lang="en-US"/>
          </a:p>
        </p:txBody>
      </p:sp>
      <p:sp>
        <p:nvSpPr>
          <p:cNvPr id="19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at .96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03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(2970+3000) = 99%</a:t>
            </a:r>
          </a:p>
          <a:p>
            <a:r>
              <a:rPr lang="en-US" dirty="0"/>
              <a:t>2713/3000 = 90.4% </a:t>
            </a:r>
          </a:p>
          <a:p>
            <a:endParaRPr lang="en-US" dirty="0"/>
          </a:p>
          <a:p>
            <a:r>
              <a:rPr lang="en-US" dirty="0"/>
              <a:t>Other metrics will be discussed.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0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</p:spTree>
    <p:extLst>
      <p:ext uri="{BB962C8B-B14F-4D97-AF65-F5344CB8AC3E}">
        <p14:creationId xmlns:p14="http://schemas.microsoft.com/office/powerpoint/2010/main" val="290406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9/22/25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174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9/22/25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52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4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363027306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6871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0125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4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045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3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53704777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42597895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85444758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77531518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8856611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/>
        </p:nvSpPr>
        <p:spPr bwMode="auto">
          <a:xfrm>
            <a:off x="0" y="1454155"/>
            <a:ext cx="12192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sz="3300" kern="0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9757C-6FB8-ABB8-2866-BBCAA0333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3367" y="1645376"/>
            <a:ext cx="9288945" cy="954225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133141591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2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TtN4NSYjJJGB-HDwBBidnG2cRBLlMXylIRNZfKEyz2U/edit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cs.google.com/document/d/1JvKDhcNL--VCDPbHP9H-uMjiFOk6hhXT/edit?usp=drive_link&amp;ouid=116038002539079793200&amp;rtpof=true&amp;sd=true" TargetMode="External"/><Relationship Id="rId4" Type="http://schemas.openxmlformats.org/officeDocument/2006/relationships/hyperlink" Target="https://colab.research.google.com/drive/1clJbESGA7TQqC6oISdrehrHo5X1qvuJ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mjELE3GKqfMv10nOPxEOKLz9ROpj_LZ_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19.emf"/><Relationship Id="rId4" Type="http://schemas.openxmlformats.org/officeDocument/2006/relationships/image" Target="../media/image2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4.wmf"/><Relationship Id="rId9" Type="http://schemas.openxmlformats.org/officeDocument/2006/relationships/image" Target="../media/image1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9" descr="Gould Plaza and the entrance to NYU Stern.">
            <a:extLst>
              <a:ext uri="{FF2B5EF4-FFF2-40B4-BE49-F238E27FC236}">
                <a16:creationId xmlns:a16="http://schemas.microsoft.com/office/drawing/2014/main" id="{3821F650-44D8-114B-8113-B152242FB88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813" b="7813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5E86-3AC1-27FE-A80E-914C9B637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Science and AI for Business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Topic 4 –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3062-B9C8-19E4-DBA4-30C1B091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78D8FE-BFB6-3C1B-57F0-E6E3EF91A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Placeholder 8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832EF01F-714A-86B3-EE1B-70EB1D8C79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alphaModFix amt="48000"/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7532BA4-D259-63C7-7394-094E74F2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246"/>
            <a:ext cx="7393021" cy="836754"/>
          </a:xfrm>
        </p:spPr>
        <p:txBody>
          <a:bodyPr/>
          <a:lstStyle/>
          <a:p>
            <a:r>
              <a:rPr lang="en-US" dirty="0"/>
              <a:t>Class Data Project</a:t>
            </a:r>
          </a:p>
        </p:txBody>
      </p:sp>
    </p:spTree>
    <p:extLst>
      <p:ext uri="{BB962C8B-B14F-4D97-AF65-F5344CB8AC3E}">
        <p14:creationId xmlns:p14="http://schemas.microsoft.com/office/powerpoint/2010/main" val="414060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47BC3-1E06-C617-5399-B4C87C38C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26CB1-B381-4644-A908-7AA3C0C5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80"/>
            <a:ext cx="10515600" cy="1005840"/>
          </a:xfrm>
        </p:spPr>
        <p:txBody>
          <a:bodyPr/>
          <a:lstStyle/>
          <a:p>
            <a:r>
              <a:rPr lang="en-US" dirty="0"/>
              <a:t>Class Data Project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85C4FB-E0B5-5265-5137-09E123F5DF28}"/>
              </a:ext>
            </a:extLst>
          </p:cNvPr>
          <p:cNvSpPr/>
          <p:nvPr/>
        </p:nvSpPr>
        <p:spPr>
          <a:xfrm>
            <a:off x="182347" y="989208"/>
            <a:ext cx="6136467" cy="57290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 looking for data! </a:t>
            </a:r>
          </a:p>
          <a:p>
            <a:pPr algn="ctr">
              <a:lnSpc>
                <a:spcPct val="120000"/>
              </a:lnSpc>
            </a:pP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suggestions on Brightspace</a:t>
            </a: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Online : (Kaggle, UCI Repository, Google)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Kaggle competitions are particularly useful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Beware of synthetic data sets, or data sets that have no info about their collection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Government agencies (NYC Open Data,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need an API – See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 Notebook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examples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Personal connections (jobs, internships,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Note: </a:t>
            </a:r>
            <a:r>
              <a:rPr lang="en-US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consideration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given to more challenging data sets!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strategy: find data about a topic that is interesting to you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2AA0F8-18EB-09CB-52EC-5AC789330495}"/>
              </a:ext>
            </a:extLst>
          </p:cNvPr>
          <p:cNvSpPr/>
          <p:nvPr/>
        </p:nvSpPr>
        <p:spPr>
          <a:xfrm>
            <a:off x="6501161" y="778561"/>
            <a:ext cx="5582623" cy="31805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Define your business problem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Who are you?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can you answer with the data?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it interesting?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the predictive problem? </a:t>
            </a:r>
          </a:p>
          <a:p>
            <a:pPr marL="12001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be very clear about what are the </a:t>
            </a:r>
            <a:r>
              <a:rPr lang="en-US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Xs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Ys (i.e. what are you predicting? What are the features?)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4942D-D04B-5FE9-E3AD-B2D58E83988B}"/>
              </a:ext>
            </a:extLst>
          </p:cNvPr>
          <p:cNvSpPr/>
          <p:nvPr/>
        </p:nvSpPr>
        <p:spPr>
          <a:xfrm>
            <a:off x="6817313" y="4212771"/>
            <a:ext cx="4950318" cy="201385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Proposal due in two weeks</a:t>
            </a:r>
          </a:p>
          <a:p>
            <a:pPr algn="ctr">
              <a:lnSpc>
                <a:spcPct val="120000"/>
              </a:lnSpc>
            </a:pP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See instructions in Brightspace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Submit via email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May submit TWO  ideas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87F4FD-E6E3-BE97-D852-9E17D2FE69EE}"/>
              </a:ext>
            </a:extLst>
          </p:cNvPr>
          <p:cNvSpPr txBox="1"/>
          <p:nvPr/>
        </p:nvSpPr>
        <p:spPr>
          <a:xfrm>
            <a:off x="6318814" y="160088"/>
            <a:ext cx="5546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Montserrat" pitchFamily="2" charset="77"/>
                <a:hlinkClick r:id="rId5"/>
              </a:rPr>
              <a:t>Project Instructions in Brightspace</a:t>
            </a:r>
            <a:endParaRPr lang="en-US" sz="2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792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nimBg="1"/>
      <p:bldP spid="7" grpId="0" build="p" bldLvl="2" animBg="1"/>
      <p:bldP spid="8" grpId="0" build="p" bldLvl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F1F1-13BE-1EE5-F475-06B48B23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0842-4297-D459-FEDD-1245B757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Placeholder 8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0CDEE332-B28B-FF5A-0A9E-FC2AECC7799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alphaModFix amt="48000"/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D307866-8DF3-434C-DC6A-35EE49D7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246"/>
            <a:ext cx="7393021" cy="836754"/>
          </a:xfrm>
        </p:spPr>
        <p:txBody>
          <a:bodyPr/>
          <a:lstStyle/>
          <a:p>
            <a:r>
              <a:rPr lang="en-US" dirty="0"/>
              <a:t>Fitting ML Models in Python</a:t>
            </a:r>
          </a:p>
        </p:txBody>
      </p:sp>
    </p:spTree>
    <p:extLst>
      <p:ext uri="{BB962C8B-B14F-4D97-AF65-F5344CB8AC3E}">
        <p14:creationId xmlns:p14="http://schemas.microsoft.com/office/powerpoint/2010/main" val="305496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91BB9-3431-B786-76D4-F787BCE4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3255-B664-2EAA-215A-3E8A6561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83" y="1217080"/>
            <a:ext cx="6685807" cy="481420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Fitting data science models all follow the same basic structure in Python</a:t>
            </a:r>
          </a:p>
          <a:p>
            <a:pPr lvl="1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Instantiate model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model parameters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X (predictors) and Y (target)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Create training/test sets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.fit to apply model to data 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other parameters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.predict to apply model to test set</a:t>
            </a:r>
          </a:p>
          <a:p>
            <a:pPr lvl="1"/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 model fit metrics </a:t>
            </a:r>
          </a:p>
          <a:p>
            <a:pPr lvl="2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Compare predicted values to truth</a:t>
            </a:r>
          </a:p>
          <a:p>
            <a:pPr marL="457200" lvl="1" indent="0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 this over and over again!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1DAAA-0677-F82A-AB45-DDFDB562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4" y="160949"/>
            <a:ext cx="9528572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From Exploration to Model Fitting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19EE8-1B5B-0125-3155-562158A74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87148" y="89944"/>
            <a:ext cx="2235851" cy="1958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9C1AA5-E512-05FB-7AFD-1D90FF6C87B8}"/>
              </a:ext>
            </a:extLst>
          </p:cNvPr>
          <p:cNvSpPr/>
          <p:nvPr/>
        </p:nvSpPr>
        <p:spPr bwMode="auto">
          <a:xfrm rot="19352927">
            <a:off x="10796925" y="1167297"/>
            <a:ext cx="1055672" cy="425332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D1267-E099-E31B-D0CB-94251E5D6A9A}"/>
              </a:ext>
            </a:extLst>
          </p:cNvPr>
          <p:cNvSpPr txBox="1"/>
          <p:nvPr/>
        </p:nvSpPr>
        <p:spPr>
          <a:xfrm>
            <a:off x="6615457" y="2746133"/>
            <a:ext cx="5328397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my_regression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LinearRegression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(X, y,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116644"/>
                </a:solidFill>
                <a:latin typeface="Courier New" panose="02070309020205020404" pitchFamily="49" charset="0"/>
              </a:rPr>
              <a:t>0.2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my_regression.fit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my_regression.predict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rmse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root_mean_squared_error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		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08F7ED-E22B-0550-00F3-6E847F70E6BF}"/>
              </a:ext>
            </a:extLst>
          </p:cNvPr>
          <p:cNvCxnSpPr>
            <a:cxnSpLocks/>
          </p:cNvCxnSpPr>
          <p:nvPr/>
        </p:nvCxnSpPr>
        <p:spPr bwMode="auto">
          <a:xfrm>
            <a:off x="4001984" y="2730411"/>
            <a:ext cx="2507885" cy="1773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8E6D57-0994-B82B-969D-CEF161C55932}"/>
              </a:ext>
            </a:extLst>
          </p:cNvPr>
          <p:cNvCxnSpPr>
            <a:cxnSpLocks/>
          </p:cNvCxnSpPr>
          <p:nvPr/>
        </p:nvCxnSpPr>
        <p:spPr bwMode="auto">
          <a:xfrm>
            <a:off x="5255926" y="3299201"/>
            <a:ext cx="125394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AD1B28-95A9-8746-15BD-998316441E8F}"/>
              </a:ext>
            </a:extLst>
          </p:cNvPr>
          <p:cNvCxnSpPr>
            <a:cxnSpLocks/>
          </p:cNvCxnSpPr>
          <p:nvPr/>
        </p:nvCxnSpPr>
        <p:spPr bwMode="auto">
          <a:xfrm flipV="1">
            <a:off x="4465122" y="3690674"/>
            <a:ext cx="2044747" cy="31827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FE4EC0-269D-3EBA-6DED-C430A3322915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5926" y="4008948"/>
            <a:ext cx="1253943" cy="64490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2D53EE-5B76-503E-3B49-50FAF75E8D7D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5926" y="4342804"/>
            <a:ext cx="1253943" cy="99998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64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1A0601-6FF9-52A2-B58C-8FEE12D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8B34-3BE7-76BE-6CF5-5E40E5CA2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4766" y="1620354"/>
            <a:ext cx="8356974" cy="914400"/>
          </a:xfrm>
        </p:spPr>
        <p:txBody>
          <a:bodyPr/>
          <a:lstStyle/>
          <a:p>
            <a:r>
              <a:rPr lang="en-US" dirty="0">
                <a:latin typeface="+mj-lt"/>
              </a:rPr>
              <a:t>Fitting Data Science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E3059-0FE4-571F-694F-E6FAC2DCDF83}"/>
              </a:ext>
            </a:extLst>
          </p:cNvPr>
          <p:cNvSpPr txBox="1"/>
          <p:nvPr/>
        </p:nvSpPr>
        <p:spPr>
          <a:xfrm>
            <a:off x="3180221" y="3429000"/>
            <a:ext cx="5492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T4_Fitting_Data_Science_Models.ipynb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9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A02E2-6ABD-ACF6-1ED4-EAE31D46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Placeholder 8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E3C73350-5860-47C8-93F9-E30D881F0CB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alphaModFix amt="48000"/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C8E0C84-012E-4ECA-DE35-58ADB08A1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246"/>
            <a:ext cx="7393021" cy="836754"/>
          </a:xfrm>
        </p:spPr>
        <p:txBody>
          <a:bodyPr/>
          <a:lstStyle/>
          <a:p>
            <a:r>
              <a:rPr lang="en-US" dirty="0"/>
              <a:t>Decision Trees - Intro</a:t>
            </a:r>
          </a:p>
        </p:txBody>
      </p:sp>
    </p:spTree>
    <p:extLst>
      <p:ext uri="{BB962C8B-B14F-4D97-AF65-F5344CB8AC3E}">
        <p14:creationId xmlns:p14="http://schemas.microsoft.com/office/powerpoint/2010/main" val="394683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8CEE7-7BBE-ECA3-78D2-FFF9D760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FD440-3245-63F8-87DE-960DEFB5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decision trees? </a:t>
            </a:r>
          </a:p>
        </p:txBody>
      </p:sp>
      <p:pic>
        <p:nvPicPr>
          <p:cNvPr id="6" name="Picture 5" descr="A diagram of engineering flowchart&#10;&#10;Description automatically generated">
            <a:extLst>
              <a:ext uri="{FF2B5EF4-FFF2-40B4-BE49-F238E27FC236}">
                <a16:creationId xmlns:a16="http://schemas.microsoft.com/office/drawing/2014/main" id="{DA0507D6-E799-9D92-30AF-ACD2A3750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436243"/>
            <a:ext cx="6248400" cy="485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27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5F5B-C1DB-B7E7-90D3-2155B2DA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E890-DC30-C23E-2AE3-2286BF893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66" y="3146749"/>
            <a:ext cx="5942434" cy="311392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Target Variable of interest:  Did they buy the product? </a:t>
            </a:r>
          </a:p>
          <a:p>
            <a:pPr>
              <a:lnSpc>
                <a:spcPct val="110000"/>
              </a:lnSpc>
            </a:pPr>
            <a:r>
              <a:rPr lang="en-US" dirty="0"/>
              <a:t>Features: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Head: Circle or Triangle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HeadSize</a:t>
            </a:r>
            <a:r>
              <a:rPr lang="en-US" dirty="0"/>
              <a:t>: Large or Regular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Body Type: Oval or Rectangle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Body Shading: Light or Dark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D451A-A790-C55F-C560-EAE36410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55" y="75261"/>
            <a:ext cx="10515600" cy="1001559"/>
          </a:xfrm>
        </p:spPr>
        <p:txBody>
          <a:bodyPr>
            <a:normAutofit/>
          </a:bodyPr>
          <a:lstStyle/>
          <a:p>
            <a:r>
              <a:rPr lang="en-US" dirty="0"/>
              <a:t>Supervised Classification : Example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89FA23-378F-A974-48A1-DCE662F68A3D}"/>
              </a:ext>
            </a:extLst>
          </p:cNvPr>
          <p:cNvGrpSpPr/>
          <p:nvPr/>
        </p:nvGrpSpPr>
        <p:grpSpPr>
          <a:xfrm>
            <a:off x="1938908" y="887414"/>
            <a:ext cx="8314184" cy="2016958"/>
            <a:chOff x="457200" y="748335"/>
            <a:chExt cx="8314184" cy="2016958"/>
          </a:xfrm>
        </p:grpSpPr>
        <p:grpSp>
          <p:nvGrpSpPr>
            <p:cNvPr id="75" name="Group 20">
              <a:extLst>
                <a:ext uri="{FF2B5EF4-FFF2-40B4-BE49-F238E27FC236}">
                  <a16:creationId xmlns:a16="http://schemas.microsoft.com/office/drawing/2014/main" id="{4DB90AEF-B844-629A-9633-9918E7E64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1136122"/>
              <a:ext cx="693680" cy="1118404"/>
              <a:chOff x="816" y="1728"/>
              <a:chExt cx="624" cy="912"/>
            </a:xfrm>
          </p:grpSpPr>
          <p:sp>
            <p:nvSpPr>
              <p:cNvPr id="76" name="Oval 21">
                <a:extLst>
                  <a:ext uri="{FF2B5EF4-FFF2-40B4-BE49-F238E27FC236}">
                    <a16:creationId xmlns:a16="http://schemas.microsoft.com/office/drawing/2014/main" id="{F9640EE3-8999-ECC4-38F5-962B327DC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23">
                <a:extLst>
                  <a:ext uri="{FF2B5EF4-FFF2-40B4-BE49-F238E27FC236}">
                    <a16:creationId xmlns:a16="http://schemas.microsoft.com/office/drawing/2014/main" id="{BD6CF563-01B2-3787-0861-083BD3EAF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24">
                <a:extLst>
                  <a:ext uri="{FF2B5EF4-FFF2-40B4-BE49-F238E27FC236}">
                    <a16:creationId xmlns:a16="http://schemas.microsoft.com/office/drawing/2014/main" id="{BA57AD11-600E-A0AD-1FFC-824D921F7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25">
                <a:extLst>
                  <a:ext uri="{FF2B5EF4-FFF2-40B4-BE49-F238E27FC236}">
                    <a16:creationId xmlns:a16="http://schemas.microsoft.com/office/drawing/2014/main" id="{4611071F-83E1-A2D8-D239-02F6A565E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26">
                <a:extLst>
                  <a:ext uri="{FF2B5EF4-FFF2-40B4-BE49-F238E27FC236}">
                    <a16:creationId xmlns:a16="http://schemas.microsoft.com/office/drawing/2014/main" id="{07F1BA92-FC13-3AD0-02A9-DC0C5CB95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" name="Group 20">
              <a:extLst>
                <a:ext uri="{FF2B5EF4-FFF2-40B4-BE49-F238E27FC236}">
                  <a16:creationId xmlns:a16="http://schemas.microsoft.com/office/drawing/2014/main" id="{88C44D07-17C7-9973-1645-75C59E56A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4385" y="1489303"/>
              <a:ext cx="693680" cy="765224"/>
              <a:chOff x="816" y="2016"/>
              <a:chExt cx="624" cy="624"/>
            </a:xfrm>
          </p:grpSpPr>
          <p:sp>
            <p:nvSpPr>
              <p:cNvPr id="85" name="Line 23">
                <a:extLst>
                  <a:ext uri="{FF2B5EF4-FFF2-40B4-BE49-F238E27FC236}">
                    <a16:creationId xmlns:a16="http://schemas.microsoft.com/office/drawing/2014/main" id="{A12477C5-DF38-D59D-32D6-68146EEB2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24">
                <a:extLst>
                  <a:ext uri="{FF2B5EF4-FFF2-40B4-BE49-F238E27FC236}">
                    <a16:creationId xmlns:a16="http://schemas.microsoft.com/office/drawing/2014/main" id="{B13CD050-2957-BCCF-2C71-FE391E058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Line 25">
                <a:extLst>
                  <a:ext uri="{FF2B5EF4-FFF2-40B4-BE49-F238E27FC236}">
                    <a16:creationId xmlns:a16="http://schemas.microsoft.com/office/drawing/2014/main" id="{A212147D-5503-2F6F-DB27-A73D34642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Line 26">
                <a:extLst>
                  <a:ext uri="{FF2B5EF4-FFF2-40B4-BE49-F238E27FC236}">
                    <a16:creationId xmlns:a16="http://schemas.microsoft.com/office/drawing/2014/main" id="{BB0ADA8F-69A3-A23E-5108-35A2642F4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9" name="Group 20">
              <a:extLst>
                <a:ext uri="{FF2B5EF4-FFF2-40B4-BE49-F238E27FC236}">
                  <a16:creationId xmlns:a16="http://schemas.microsoft.com/office/drawing/2014/main" id="{B947EE65-7CB1-FBD2-A662-C4D89288BF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642" y="1138261"/>
              <a:ext cx="693680" cy="1118404"/>
              <a:chOff x="816" y="1728"/>
              <a:chExt cx="624" cy="912"/>
            </a:xfrm>
          </p:grpSpPr>
          <p:sp>
            <p:nvSpPr>
              <p:cNvPr id="90" name="Oval 21">
                <a:extLst>
                  <a:ext uri="{FF2B5EF4-FFF2-40B4-BE49-F238E27FC236}">
                    <a16:creationId xmlns:a16="http://schemas.microsoft.com/office/drawing/2014/main" id="{516276B4-EA6D-78B8-2007-146610322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22">
                <a:extLst>
                  <a:ext uri="{FF2B5EF4-FFF2-40B4-BE49-F238E27FC236}">
                    <a16:creationId xmlns:a16="http://schemas.microsoft.com/office/drawing/2014/main" id="{8ED11D1A-6F74-07F1-3703-7C1B0858E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2" name="Line 23">
                <a:extLst>
                  <a:ext uri="{FF2B5EF4-FFF2-40B4-BE49-F238E27FC236}">
                    <a16:creationId xmlns:a16="http://schemas.microsoft.com/office/drawing/2014/main" id="{3CB81AE8-6EA5-94CA-C156-77CFEFDB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24">
                <a:extLst>
                  <a:ext uri="{FF2B5EF4-FFF2-40B4-BE49-F238E27FC236}">
                    <a16:creationId xmlns:a16="http://schemas.microsoft.com/office/drawing/2014/main" id="{5E83E6B6-4ED3-855F-1B9A-09EE65ED0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25">
                <a:extLst>
                  <a:ext uri="{FF2B5EF4-FFF2-40B4-BE49-F238E27FC236}">
                    <a16:creationId xmlns:a16="http://schemas.microsoft.com/office/drawing/2014/main" id="{3541716D-690C-1691-FB65-257480E14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Line 26">
                <a:extLst>
                  <a:ext uri="{FF2B5EF4-FFF2-40B4-BE49-F238E27FC236}">
                    <a16:creationId xmlns:a16="http://schemas.microsoft.com/office/drawing/2014/main" id="{ECEDCB95-3CB6-0D8B-BD6F-BD0675171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" name="Group 20">
              <a:extLst>
                <a:ext uri="{FF2B5EF4-FFF2-40B4-BE49-F238E27FC236}">
                  <a16:creationId xmlns:a16="http://schemas.microsoft.com/office/drawing/2014/main" id="{9CC311F1-B638-67C8-4CA0-4714074CA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888" y="1145715"/>
              <a:ext cx="693680" cy="1118404"/>
              <a:chOff x="816" y="1728"/>
              <a:chExt cx="624" cy="912"/>
            </a:xfrm>
            <a:solidFill>
              <a:schemeClr val="bg1">
                <a:lumMod val="65000"/>
              </a:schemeClr>
            </a:solidFill>
          </p:grpSpPr>
          <p:sp>
            <p:nvSpPr>
              <p:cNvPr id="97" name="Oval 21">
                <a:extLst>
                  <a:ext uri="{FF2B5EF4-FFF2-40B4-BE49-F238E27FC236}">
                    <a16:creationId xmlns:a16="http://schemas.microsoft.com/office/drawing/2014/main" id="{F844DBF4-9A96-1C3A-7B35-057FD276D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22">
                <a:extLst>
                  <a:ext uri="{FF2B5EF4-FFF2-40B4-BE49-F238E27FC236}">
                    <a16:creationId xmlns:a16="http://schemas.microsoft.com/office/drawing/2014/main" id="{CB733320-AF11-3B3B-BC01-C2C84C144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99" name="Line 23">
                <a:extLst>
                  <a:ext uri="{FF2B5EF4-FFF2-40B4-BE49-F238E27FC236}">
                    <a16:creationId xmlns:a16="http://schemas.microsoft.com/office/drawing/2014/main" id="{538C0F07-0184-7485-9430-DB3109980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24">
                <a:extLst>
                  <a:ext uri="{FF2B5EF4-FFF2-40B4-BE49-F238E27FC236}">
                    <a16:creationId xmlns:a16="http://schemas.microsoft.com/office/drawing/2014/main" id="{5D7FB66E-5E5A-239A-5D48-93E0A6A05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25">
                <a:extLst>
                  <a:ext uri="{FF2B5EF4-FFF2-40B4-BE49-F238E27FC236}">
                    <a16:creationId xmlns:a16="http://schemas.microsoft.com/office/drawing/2014/main" id="{2B5DCD66-382F-0494-CC85-C5B2AB909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Line 26">
                <a:extLst>
                  <a:ext uri="{FF2B5EF4-FFF2-40B4-BE49-F238E27FC236}">
                    <a16:creationId xmlns:a16="http://schemas.microsoft.com/office/drawing/2014/main" id="{0F1D7B91-773F-4631-F1A9-0B38BC881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" name="Group 20">
              <a:extLst>
                <a:ext uri="{FF2B5EF4-FFF2-40B4-BE49-F238E27FC236}">
                  <a16:creationId xmlns:a16="http://schemas.microsoft.com/office/drawing/2014/main" id="{4DE4732B-D8ED-CE3B-FA27-FBE13B7F6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562" y="1199299"/>
              <a:ext cx="693680" cy="1055862"/>
              <a:chOff x="816" y="1779"/>
              <a:chExt cx="624" cy="861"/>
            </a:xfrm>
          </p:grpSpPr>
          <p:sp>
            <p:nvSpPr>
              <p:cNvPr id="104" name="Oval 21">
                <a:extLst>
                  <a:ext uri="{FF2B5EF4-FFF2-40B4-BE49-F238E27FC236}">
                    <a16:creationId xmlns:a16="http://schemas.microsoft.com/office/drawing/2014/main" id="{B14E8FB2-5172-0919-0210-B7307FF4D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1779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22">
                <a:extLst>
                  <a:ext uri="{FF2B5EF4-FFF2-40B4-BE49-F238E27FC236}">
                    <a16:creationId xmlns:a16="http://schemas.microsoft.com/office/drawing/2014/main" id="{5E3DD77B-967A-7DD4-AC40-0CBE65D93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35"/>
                <a:ext cx="231" cy="2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6" name="Line 23">
                <a:extLst>
                  <a:ext uri="{FF2B5EF4-FFF2-40B4-BE49-F238E27FC236}">
                    <a16:creationId xmlns:a16="http://schemas.microsoft.com/office/drawing/2014/main" id="{7DEEDCCF-AC15-BF4E-6805-E31F9FCE4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24">
                <a:extLst>
                  <a:ext uri="{FF2B5EF4-FFF2-40B4-BE49-F238E27FC236}">
                    <a16:creationId xmlns:a16="http://schemas.microsoft.com/office/drawing/2014/main" id="{B3E2A862-D38C-43E8-D8C7-8438A708D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Line 25">
                <a:extLst>
                  <a:ext uri="{FF2B5EF4-FFF2-40B4-BE49-F238E27FC236}">
                    <a16:creationId xmlns:a16="http://schemas.microsoft.com/office/drawing/2014/main" id="{EB069F5E-3A48-DB32-61F9-CBDC92F71B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Line 26">
                <a:extLst>
                  <a:ext uri="{FF2B5EF4-FFF2-40B4-BE49-F238E27FC236}">
                    <a16:creationId xmlns:a16="http://schemas.microsoft.com/office/drawing/2014/main" id="{6DC8FE9F-D53E-E7EE-2ABF-08C916CDB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0" name="Group 20">
              <a:extLst>
                <a:ext uri="{FF2B5EF4-FFF2-40B4-BE49-F238E27FC236}">
                  <a16:creationId xmlns:a16="http://schemas.microsoft.com/office/drawing/2014/main" id="{A733AC6D-A11B-78E9-4D1F-59A1A1E1E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9662" y="1437387"/>
              <a:ext cx="693680" cy="824087"/>
              <a:chOff x="816" y="1968"/>
              <a:chExt cx="624" cy="672"/>
            </a:xfrm>
          </p:grpSpPr>
          <p:sp>
            <p:nvSpPr>
              <p:cNvPr id="112" name="Rectangle 22">
                <a:extLst>
                  <a:ext uri="{FF2B5EF4-FFF2-40B4-BE49-F238E27FC236}">
                    <a16:creationId xmlns:a16="http://schemas.microsoft.com/office/drawing/2014/main" id="{9E4DDEF7-ADB9-5F20-9DE9-054D621F7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" name="Line 23">
                <a:extLst>
                  <a:ext uri="{FF2B5EF4-FFF2-40B4-BE49-F238E27FC236}">
                    <a16:creationId xmlns:a16="http://schemas.microsoft.com/office/drawing/2014/main" id="{B3C0718D-6A5C-3CBA-64FC-E1184802A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24">
                <a:extLst>
                  <a:ext uri="{FF2B5EF4-FFF2-40B4-BE49-F238E27FC236}">
                    <a16:creationId xmlns:a16="http://schemas.microsoft.com/office/drawing/2014/main" id="{BB1702E0-13F7-C566-AFC4-CD6286362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25">
                <a:extLst>
                  <a:ext uri="{FF2B5EF4-FFF2-40B4-BE49-F238E27FC236}">
                    <a16:creationId xmlns:a16="http://schemas.microsoft.com/office/drawing/2014/main" id="{5123862D-FED6-DAFE-F57D-1AEDB3E71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26">
                <a:extLst>
                  <a:ext uri="{FF2B5EF4-FFF2-40B4-BE49-F238E27FC236}">
                    <a16:creationId xmlns:a16="http://schemas.microsoft.com/office/drawing/2014/main" id="{AF832D29-BB07-F42F-D425-5E6A3F406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7" name="Group 20">
              <a:extLst>
                <a:ext uri="{FF2B5EF4-FFF2-40B4-BE49-F238E27FC236}">
                  <a16:creationId xmlns:a16="http://schemas.microsoft.com/office/drawing/2014/main" id="{9AF53E13-F740-1A8D-01A5-6926FDA291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085" y="1161227"/>
              <a:ext cx="693680" cy="1118404"/>
              <a:chOff x="816" y="1728"/>
              <a:chExt cx="624" cy="912"/>
            </a:xfrm>
          </p:grpSpPr>
          <p:sp>
            <p:nvSpPr>
              <p:cNvPr id="118" name="Oval 21">
                <a:extLst>
                  <a:ext uri="{FF2B5EF4-FFF2-40B4-BE49-F238E27FC236}">
                    <a16:creationId xmlns:a16="http://schemas.microsoft.com/office/drawing/2014/main" id="{6B2C4275-9998-1A27-061B-CBD796AA5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Line 23">
                <a:extLst>
                  <a:ext uri="{FF2B5EF4-FFF2-40B4-BE49-F238E27FC236}">
                    <a16:creationId xmlns:a16="http://schemas.microsoft.com/office/drawing/2014/main" id="{330051A5-4810-E374-4C46-C26F04CD2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24">
                <a:extLst>
                  <a:ext uri="{FF2B5EF4-FFF2-40B4-BE49-F238E27FC236}">
                    <a16:creationId xmlns:a16="http://schemas.microsoft.com/office/drawing/2014/main" id="{A49EB4AD-651E-0895-33E5-917B2546E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25">
                <a:extLst>
                  <a:ext uri="{FF2B5EF4-FFF2-40B4-BE49-F238E27FC236}">
                    <a16:creationId xmlns:a16="http://schemas.microsoft.com/office/drawing/2014/main" id="{FAB65601-62CC-FECB-AB7B-3F9D0BC625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26">
                <a:extLst>
                  <a:ext uri="{FF2B5EF4-FFF2-40B4-BE49-F238E27FC236}">
                    <a16:creationId xmlns:a16="http://schemas.microsoft.com/office/drawing/2014/main" id="{8307CA08-4087-EA25-F712-833FE7107A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4" name="Group 20">
              <a:extLst>
                <a:ext uri="{FF2B5EF4-FFF2-40B4-BE49-F238E27FC236}">
                  <a16:creationId xmlns:a16="http://schemas.microsoft.com/office/drawing/2014/main" id="{D5656524-7976-7B84-9F31-89BC7A17D1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5984" y="1053333"/>
              <a:ext cx="693680" cy="1212830"/>
              <a:chOff x="816" y="1651"/>
              <a:chExt cx="624" cy="989"/>
            </a:xfrm>
          </p:grpSpPr>
          <p:sp>
            <p:nvSpPr>
              <p:cNvPr id="125" name="Oval 21">
                <a:extLst>
                  <a:ext uri="{FF2B5EF4-FFF2-40B4-BE49-F238E27FC236}">
                    <a16:creationId xmlns:a16="http://schemas.microsoft.com/office/drawing/2014/main" id="{F94F6C92-6EA0-9563-BD4E-6B2EB83B9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1651"/>
                <a:ext cx="240" cy="27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Line 23">
                <a:extLst>
                  <a:ext uri="{FF2B5EF4-FFF2-40B4-BE49-F238E27FC236}">
                    <a16:creationId xmlns:a16="http://schemas.microsoft.com/office/drawing/2014/main" id="{6F704B2E-F0B4-C0D4-4158-8DA6C5073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24">
                <a:extLst>
                  <a:ext uri="{FF2B5EF4-FFF2-40B4-BE49-F238E27FC236}">
                    <a16:creationId xmlns:a16="http://schemas.microsoft.com/office/drawing/2014/main" id="{E45E1096-25EA-AD65-427A-595D92430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9" name="Line 25">
                <a:extLst>
                  <a:ext uri="{FF2B5EF4-FFF2-40B4-BE49-F238E27FC236}">
                    <a16:creationId xmlns:a16="http://schemas.microsoft.com/office/drawing/2014/main" id="{ADB94047-0229-D7B3-681E-42F1FA2A6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Line 26">
                <a:extLst>
                  <a:ext uri="{FF2B5EF4-FFF2-40B4-BE49-F238E27FC236}">
                    <a16:creationId xmlns:a16="http://schemas.microsoft.com/office/drawing/2014/main" id="{F7760AA6-4800-1C3B-FCBC-3D3ACEEC2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1" name="Group 20">
              <a:extLst>
                <a:ext uri="{FF2B5EF4-FFF2-40B4-BE49-F238E27FC236}">
                  <a16:creationId xmlns:a16="http://schemas.microsoft.com/office/drawing/2014/main" id="{444A0427-EF6F-45C6-4FED-3ABBD06DEC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6919" y="1514408"/>
              <a:ext cx="693680" cy="765224"/>
              <a:chOff x="816" y="2016"/>
              <a:chExt cx="624" cy="624"/>
            </a:xfrm>
          </p:grpSpPr>
          <p:sp>
            <p:nvSpPr>
              <p:cNvPr id="134" name="Line 23">
                <a:extLst>
                  <a:ext uri="{FF2B5EF4-FFF2-40B4-BE49-F238E27FC236}">
                    <a16:creationId xmlns:a16="http://schemas.microsoft.com/office/drawing/2014/main" id="{969196D1-8F24-9649-5EB3-A8E864DC2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24">
                <a:extLst>
                  <a:ext uri="{FF2B5EF4-FFF2-40B4-BE49-F238E27FC236}">
                    <a16:creationId xmlns:a16="http://schemas.microsoft.com/office/drawing/2014/main" id="{6746525F-C1DE-EB45-4A96-7856191C9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25">
                <a:extLst>
                  <a:ext uri="{FF2B5EF4-FFF2-40B4-BE49-F238E27FC236}">
                    <a16:creationId xmlns:a16="http://schemas.microsoft.com/office/drawing/2014/main" id="{DB74E6F4-FE16-05C2-8F67-66ABA13EB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26">
                <a:extLst>
                  <a:ext uri="{FF2B5EF4-FFF2-40B4-BE49-F238E27FC236}">
                    <a16:creationId xmlns:a16="http://schemas.microsoft.com/office/drawing/2014/main" id="{EA6B2300-F956-9EE8-7A34-C67F9115C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20">
              <a:extLst>
                <a:ext uri="{FF2B5EF4-FFF2-40B4-BE49-F238E27FC236}">
                  <a16:creationId xmlns:a16="http://schemas.microsoft.com/office/drawing/2014/main" id="{75F8376D-5CB2-53BA-8D15-5853639851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6913" y="1086784"/>
              <a:ext cx="693680" cy="1196888"/>
              <a:chOff x="816" y="1664"/>
              <a:chExt cx="624" cy="976"/>
            </a:xfrm>
          </p:grpSpPr>
          <p:sp>
            <p:nvSpPr>
              <p:cNvPr id="139" name="Oval 21">
                <a:extLst>
                  <a:ext uri="{FF2B5EF4-FFF2-40B4-BE49-F238E27FC236}">
                    <a16:creationId xmlns:a16="http://schemas.microsoft.com/office/drawing/2014/main" id="{16EB4225-9900-B692-9CAB-257F4CA2C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664"/>
                <a:ext cx="240" cy="30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0" name="Rectangle 22">
                <a:extLst>
                  <a:ext uri="{FF2B5EF4-FFF2-40B4-BE49-F238E27FC236}">
                    <a16:creationId xmlns:a16="http://schemas.microsoft.com/office/drawing/2014/main" id="{76905CF7-86F7-A650-F422-FD52975BC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41" name="Line 23">
                <a:extLst>
                  <a:ext uri="{FF2B5EF4-FFF2-40B4-BE49-F238E27FC236}">
                    <a16:creationId xmlns:a16="http://schemas.microsoft.com/office/drawing/2014/main" id="{478ACB98-045D-6F39-53F4-680B622CD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Line 24">
                <a:extLst>
                  <a:ext uri="{FF2B5EF4-FFF2-40B4-BE49-F238E27FC236}">
                    <a16:creationId xmlns:a16="http://schemas.microsoft.com/office/drawing/2014/main" id="{E95EF639-E50F-35A0-F901-1C57E44B3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Line 25">
                <a:extLst>
                  <a:ext uri="{FF2B5EF4-FFF2-40B4-BE49-F238E27FC236}">
                    <a16:creationId xmlns:a16="http://schemas.microsoft.com/office/drawing/2014/main" id="{43DA8E4E-8ED1-3CE0-BD7D-8551C6866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Line 26">
                <a:extLst>
                  <a:ext uri="{FF2B5EF4-FFF2-40B4-BE49-F238E27FC236}">
                    <a16:creationId xmlns:a16="http://schemas.microsoft.com/office/drawing/2014/main" id="{75DDEF2D-C198-28DE-5ECC-5736992ED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20">
              <a:extLst>
                <a:ext uri="{FF2B5EF4-FFF2-40B4-BE49-F238E27FC236}">
                  <a16:creationId xmlns:a16="http://schemas.microsoft.com/office/drawing/2014/main" id="{39BFB9E6-E378-F364-0B09-507B611D7F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3221" y="1504946"/>
              <a:ext cx="693680" cy="765224"/>
              <a:chOff x="816" y="2016"/>
              <a:chExt cx="624" cy="624"/>
            </a:xfrm>
          </p:grpSpPr>
          <p:sp>
            <p:nvSpPr>
              <p:cNvPr id="148" name="Line 23">
                <a:extLst>
                  <a:ext uri="{FF2B5EF4-FFF2-40B4-BE49-F238E27FC236}">
                    <a16:creationId xmlns:a16="http://schemas.microsoft.com/office/drawing/2014/main" id="{3EB08545-2F2C-9AC3-1344-560633730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Line 24">
                <a:extLst>
                  <a:ext uri="{FF2B5EF4-FFF2-40B4-BE49-F238E27FC236}">
                    <a16:creationId xmlns:a16="http://schemas.microsoft.com/office/drawing/2014/main" id="{D870C069-8D7C-DD1E-72E1-38F1F8237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Line 25">
                <a:extLst>
                  <a:ext uri="{FF2B5EF4-FFF2-40B4-BE49-F238E27FC236}">
                    <a16:creationId xmlns:a16="http://schemas.microsoft.com/office/drawing/2014/main" id="{62D62056-4F3D-8E58-9DE6-5A51CFF5B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Line 26">
                <a:extLst>
                  <a:ext uri="{FF2B5EF4-FFF2-40B4-BE49-F238E27FC236}">
                    <a16:creationId xmlns:a16="http://schemas.microsoft.com/office/drawing/2014/main" id="{6650F995-7369-7E89-C673-92EC6853A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2" name="Group 20">
              <a:extLst>
                <a:ext uri="{FF2B5EF4-FFF2-40B4-BE49-F238E27FC236}">
                  <a16:creationId xmlns:a16="http://schemas.microsoft.com/office/drawing/2014/main" id="{B1240117-377C-F3DF-021B-B481260E3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6337" y="1100293"/>
              <a:ext cx="1205047" cy="1158872"/>
              <a:chOff x="356" y="1695"/>
              <a:chExt cx="1084" cy="945"/>
            </a:xfrm>
          </p:grpSpPr>
          <p:sp>
            <p:nvSpPr>
              <p:cNvPr id="153" name="Oval 21">
                <a:extLst>
                  <a:ext uri="{FF2B5EF4-FFF2-40B4-BE49-F238E27FC236}">
                    <a16:creationId xmlns:a16="http://schemas.microsoft.com/office/drawing/2014/main" id="{AF5E3474-7AA8-204D-264D-9384AD721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" y="1695"/>
                <a:ext cx="240" cy="27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5" name="Line 23">
                <a:extLst>
                  <a:ext uri="{FF2B5EF4-FFF2-40B4-BE49-F238E27FC236}">
                    <a16:creationId xmlns:a16="http://schemas.microsoft.com/office/drawing/2014/main" id="{07EB9B45-20F5-8725-A1C0-E6B3CCF68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Line 24">
                <a:extLst>
                  <a:ext uri="{FF2B5EF4-FFF2-40B4-BE49-F238E27FC236}">
                    <a16:creationId xmlns:a16="http://schemas.microsoft.com/office/drawing/2014/main" id="{8E649351-7EE8-59F1-8A1B-8927723C5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Line 25">
                <a:extLst>
                  <a:ext uri="{FF2B5EF4-FFF2-40B4-BE49-F238E27FC236}">
                    <a16:creationId xmlns:a16="http://schemas.microsoft.com/office/drawing/2014/main" id="{257F7398-128F-1953-3298-FACF0E4CB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Line 26">
                <a:extLst>
                  <a:ext uri="{FF2B5EF4-FFF2-40B4-BE49-F238E27FC236}">
                    <a16:creationId xmlns:a16="http://schemas.microsoft.com/office/drawing/2014/main" id="{44AD6DFD-297B-BFAB-AB2B-73CADA3D9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" name="Triangle 158">
              <a:extLst>
                <a:ext uri="{FF2B5EF4-FFF2-40B4-BE49-F238E27FC236}">
                  <a16:creationId xmlns:a16="http://schemas.microsoft.com/office/drawing/2014/main" id="{E916A213-5339-96A8-CE29-88302ED483FC}"/>
                </a:ext>
              </a:extLst>
            </p:cNvPr>
            <p:cNvSpPr/>
            <p:nvPr/>
          </p:nvSpPr>
          <p:spPr bwMode="auto">
            <a:xfrm>
              <a:off x="4087186" y="117819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1" name="Triangle 160">
              <a:extLst>
                <a:ext uri="{FF2B5EF4-FFF2-40B4-BE49-F238E27FC236}">
                  <a16:creationId xmlns:a16="http://schemas.microsoft.com/office/drawing/2014/main" id="{345EBE3E-D415-1EE6-80DA-A697454F3E84}"/>
                </a:ext>
              </a:extLst>
            </p:cNvPr>
            <p:cNvSpPr/>
            <p:nvPr/>
          </p:nvSpPr>
          <p:spPr bwMode="auto">
            <a:xfrm>
              <a:off x="8272724" y="1218084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D10FDAA-4856-FEAB-AAC8-460BAF29586B}"/>
                </a:ext>
              </a:extLst>
            </p:cNvPr>
            <p:cNvSpPr/>
            <p:nvPr/>
          </p:nvSpPr>
          <p:spPr bwMode="auto">
            <a:xfrm>
              <a:off x="660024" y="1438119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C74F958-C902-6B70-AF3A-09693CCBA325}"/>
                </a:ext>
              </a:extLst>
            </p:cNvPr>
            <p:cNvSpPr/>
            <p:nvPr/>
          </p:nvSpPr>
          <p:spPr bwMode="auto">
            <a:xfrm>
              <a:off x="1352849" y="1346770"/>
              <a:ext cx="319872" cy="5332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6D408A96-8EF2-5C41-D0BE-92AF13ADC896}"/>
                </a:ext>
              </a:extLst>
            </p:cNvPr>
            <p:cNvSpPr/>
            <p:nvPr/>
          </p:nvSpPr>
          <p:spPr bwMode="auto">
            <a:xfrm>
              <a:off x="5463947" y="1390571"/>
              <a:ext cx="319872" cy="51960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9" name="Rectangle 22">
              <a:extLst>
                <a:ext uri="{FF2B5EF4-FFF2-40B4-BE49-F238E27FC236}">
                  <a16:creationId xmlns:a16="http://schemas.microsoft.com/office/drawing/2014/main" id="{53805FF4-E084-6CFF-7DE1-407647257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245" y="1470332"/>
              <a:ext cx="266800" cy="4120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35FBEAA0-16E0-E93B-FAD5-F5F13C150714}"/>
                </a:ext>
              </a:extLst>
            </p:cNvPr>
            <p:cNvSpPr/>
            <p:nvPr/>
          </p:nvSpPr>
          <p:spPr bwMode="auto">
            <a:xfrm>
              <a:off x="6184037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766DB527-C17C-7B50-B162-A9B23D9EF202}"/>
                </a:ext>
              </a:extLst>
            </p:cNvPr>
            <p:cNvSpPr/>
            <p:nvPr/>
          </p:nvSpPr>
          <p:spPr bwMode="auto">
            <a:xfrm>
              <a:off x="7554644" y="1451541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291415F5-9B41-92E2-D333-86E92CA536E9}"/>
                </a:ext>
              </a:extLst>
            </p:cNvPr>
            <p:cNvSpPr/>
            <p:nvPr/>
          </p:nvSpPr>
          <p:spPr bwMode="auto">
            <a:xfrm>
              <a:off x="8284130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73" name="Triangle 172">
              <a:extLst>
                <a:ext uri="{FF2B5EF4-FFF2-40B4-BE49-F238E27FC236}">
                  <a16:creationId xmlns:a16="http://schemas.microsoft.com/office/drawing/2014/main" id="{3F0C1B57-9CA9-09BA-A7BA-EDD41B3F5002}"/>
                </a:ext>
              </a:extLst>
            </p:cNvPr>
            <p:cNvSpPr/>
            <p:nvPr/>
          </p:nvSpPr>
          <p:spPr bwMode="auto">
            <a:xfrm>
              <a:off x="1352035" y="1086796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74" name="Oval 21">
              <a:extLst>
                <a:ext uri="{FF2B5EF4-FFF2-40B4-BE49-F238E27FC236}">
                  <a16:creationId xmlns:a16="http://schemas.microsoft.com/office/drawing/2014/main" id="{343705AC-A3FD-02BE-8D01-DCA8C4704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3297" y="1182261"/>
              <a:ext cx="266800" cy="29431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09619D06-1501-ED45-4B8C-808EB6CF1DC3}"/>
                </a:ext>
              </a:extLst>
            </p:cNvPr>
            <p:cNvSpPr txBox="1"/>
            <p:nvPr/>
          </p:nvSpPr>
          <p:spPr>
            <a:xfrm>
              <a:off x="3009493" y="748335"/>
              <a:ext cx="23740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12 Bank Customers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EF607A9-4ED0-2138-B708-7E936B819B35}"/>
                </a:ext>
              </a:extLst>
            </p:cNvPr>
            <p:cNvSpPr txBox="1"/>
            <p:nvPr/>
          </p:nvSpPr>
          <p:spPr>
            <a:xfrm>
              <a:off x="637969" y="234350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F59FEDD-DA57-D239-0694-A92FDDFF815B}"/>
                </a:ext>
              </a:extLst>
            </p:cNvPr>
            <p:cNvSpPr txBox="1"/>
            <p:nvPr/>
          </p:nvSpPr>
          <p:spPr>
            <a:xfrm>
              <a:off x="3363219" y="2305622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6307A14-8B81-2DDA-7345-F3DF9CE62936}"/>
                </a:ext>
              </a:extLst>
            </p:cNvPr>
            <p:cNvSpPr txBox="1"/>
            <p:nvPr/>
          </p:nvSpPr>
          <p:spPr>
            <a:xfrm>
              <a:off x="2677351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E52960A-915D-80D1-BA69-007AC219368B}"/>
                </a:ext>
              </a:extLst>
            </p:cNvPr>
            <p:cNvSpPr txBox="1"/>
            <p:nvPr/>
          </p:nvSpPr>
          <p:spPr>
            <a:xfrm>
              <a:off x="4090040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1605BDF6-549C-D9E0-A5ED-A520A59E959C}"/>
                </a:ext>
              </a:extLst>
            </p:cNvPr>
            <p:cNvSpPr txBox="1"/>
            <p:nvPr/>
          </p:nvSpPr>
          <p:spPr>
            <a:xfrm>
              <a:off x="4766499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3CCA8212-DE9B-5157-779E-DE3019B5BD80}"/>
                </a:ext>
              </a:extLst>
            </p:cNvPr>
            <p:cNvSpPr txBox="1"/>
            <p:nvPr/>
          </p:nvSpPr>
          <p:spPr>
            <a:xfrm>
              <a:off x="5466753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88B566A-F6B3-4692-E66F-87FB484F1A20}"/>
                </a:ext>
              </a:extLst>
            </p:cNvPr>
            <p:cNvSpPr txBox="1"/>
            <p:nvPr/>
          </p:nvSpPr>
          <p:spPr>
            <a:xfrm>
              <a:off x="6156981" y="230562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2B0FC5A-C093-3A74-76A6-ABC9E1489F97}"/>
                </a:ext>
              </a:extLst>
            </p:cNvPr>
            <p:cNvSpPr txBox="1"/>
            <p:nvPr/>
          </p:nvSpPr>
          <p:spPr>
            <a:xfrm>
              <a:off x="6887594" y="2365183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CB6F9C1-5C92-7132-2D82-4C31E92006A5}"/>
                </a:ext>
              </a:extLst>
            </p:cNvPr>
            <p:cNvSpPr txBox="1"/>
            <p:nvPr/>
          </p:nvSpPr>
          <p:spPr>
            <a:xfrm>
              <a:off x="7593728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622213A-99A1-4149-6DDE-EA7A44FC018D}"/>
                </a:ext>
              </a:extLst>
            </p:cNvPr>
            <p:cNvSpPr txBox="1"/>
            <p:nvPr/>
          </p:nvSpPr>
          <p:spPr>
            <a:xfrm>
              <a:off x="8260515" y="2351923"/>
              <a:ext cx="297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E5329C8F-DB94-73F6-190F-AAA4FFE389B3}"/>
                </a:ext>
              </a:extLst>
            </p:cNvPr>
            <p:cNvSpPr txBox="1"/>
            <p:nvPr/>
          </p:nvSpPr>
          <p:spPr>
            <a:xfrm>
              <a:off x="2040893" y="234636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FA0A0CD-78E6-337A-09E9-73AC5B907280}"/>
                </a:ext>
              </a:extLst>
            </p:cNvPr>
            <p:cNvSpPr txBox="1"/>
            <p:nvPr/>
          </p:nvSpPr>
          <p:spPr>
            <a:xfrm>
              <a:off x="1352849" y="2351924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  <p:graphicFrame>
        <p:nvGraphicFramePr>
          <p:cNvPr id="189" name="Table 188">
            <a:extLst>
              <a:ext uri="{FF2B5EF4-FFF2-40B4-BE49-F238E27FC236}">
                <a16:creationId xmlns:a16="http://schemas.microsoft.com/office/drawing/2014/main" id="{83B12E5D-B50D-FB36-92FE-4C1F6DDCF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76564"/>
              </p:ext>
            </p:extLst>
          </p:nvPr>
        </p:nvGraphicFramePr>
        <p:xfrm>
          <a:off x="6096000" y="3000051"/>
          <a:ext cx="5527965" cy="382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132">
                  <a:extLst>
                    <a:ext uri="{9D8B030D-6E8A-4147-A177-3AD203B41FA5}">
                      <a16:colId xmlns:a16="http://schemas.microsoft.com/office/drawing/2014/main" val="3664165794"/>
                    </a:ext>
                  </a:extLst>
                </a:gridCol>
                <a:gridCol w="778832">
                  <a:extLst>
                    <a:ext uri="{9D8B030D-6E8A-4147-A177-3AD203B41FA5}">
                      <a16:colId xmlns:a16="http://schemas.microsoft.com/office/drawing/2014/main" val="2240491404"/>
                    </a:ext>
                  </a:extLst>
                </a:gridCol>
                <a:gridCol w="862993">
                  <a:extLst>
                    <a:ext uri="{9D8B030D-6E8A-4147-A177-3AD203B41FA5}">
                      <a16:colId xmlns:a16="http://schemas.microsoft.com/office/drawing/2014/main" val="2949271205"/>
                    </a:ext>
                  </a:extLst>
                </a:gridCol>
                <a:gridCol w="991432">
                  <a:extLst>
                    <a:ext uri="{9D8B030D-6E8A-4147-A177-3AD203B41FA5}">
                      <a16:colId xmlns:a16="http://schemas.microsoft.com/office/drawing/2014/main" val="1999583580"/>
                    </a:ext>
                  </a:extLst>
                </a:gridCol>
                <a:gridCol w="1124444">
                  <a:extLst>
                    <a:ext uri="{9D8B030D-6E8A-4147-A177-3AD203B41FA5}">
                      <a16:colId xmlns:a16="http://schemas.microsoft.com/office/drawing/2014/main" val="2970723237"/>
                    </a:ext>
                  </a:extLst>
                </a:gridCol>
                <a:gridCol w="885132">
                  <a:extLst>
                    <a:ext uri="{9D8B030D-6E8A-4147-A177-3AD203B41FA5}">
                      <a16:colId xmlns:a16="http://schemas.microsoft.com/office/drawing/2014/main" val="2816014197"/>
                    </a:ext>
                  </a:extLst>
                </a:gridCol>
              </a:tblGrid>
              <a:tr h="395490"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+mj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+mj-lt"/>
                        </a:rPr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>
                          <a:latin typeface="+mj-lt"/>
                        </a:rPr>
                        <a:t>HeadSize</a:t>
                      </a:r>
                      <a:endParaRPr lang="en-US" sz="105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>
                          <a:latin typeface="+mj-lt"/>
                        </a:rPr>
                        <a:t>BodyType</a:t>
                      </a:r>
                      <a:endParaRPr lang="en-US" sz="105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 err="1">
                          <a:latin typeface="+mj-lt"/>
                        </a:rPr>
                        <a:t>BodyShading</a:t>
                      </a:r>
                      <a:endParaRPr lang="en-US" sz="105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+mj-lt"/>
                        </a:rPr>
                        <a:t>Buy?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56918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566552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372219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Crista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260267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91169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Eliza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8742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Fran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62862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Gianna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59461"/>
                  </a:ext>
                </a:extLst>
              </a:tr>
              <a:tr h="25167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Hector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380329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Irina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12264"/>
                  </a:ext>
                </a:extLst>
              </a:tr>
              <a:tr h="272482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Jaquie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72936"/>
                  </a:ext>
                </a:extLst>
              </a:tr>
              <a:tr h="251676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Kendra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78532"/>
                  </a:ext>
                </a:extLst>
              </a:tr>
              <a:tr h="295189"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LaToya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05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8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64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BC494-8BB8-DFB5-E4A9-95974A8D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z="1600"/>
              <a:t>10</a:t>
            </a:fld>
            <a:endParaRPr lang="en-US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EA7B-B3DB-A98F-28A5-D4C73D21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72" y="1468146"/>
            <a:ext cx="2860724" cy="4226508"/>
          </a:xfrm>
        </p:spPr>
        <p:txBody>
          <a:bodyPr>
            <a:normAutofit/>
          </a:bodyPr>
          <a:lstStyle/>
          <a:p>
            <a:r>
              <a:rPr lang="en-US" sz="1800" dirty="0"/>
              <a:t>Goal: find rules to separate those who buy from those who don’t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What attributes would you use?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What rules would you make?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How do you determine how good it is?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877B87-B7D5-F35F-A322-97F6A7C4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40" y="44504"/>
            <a:ext cx="8229600" cy="494096"/>
          </a:xfrm>
        </p:spPr>
        <p:txBody>
          <a:bodyPr>
            <a:normAutofit/>
          </a:bodyPr>
          <a:lstStyle/>
          <a:p>
            <a:r>
              <a:rPr lang="en-US" sz="2800" dirty="0"/>
              <a:t>Separating Classes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ECDB4B-6E77-3504-19B8-1E8ABE70D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727350"/>
              </p:ext>
            </p:extLst>
          </p:nvPr>
        </p:nvGraphicFramePr>
        <p:xfrm>
          <a:off x="4031672" y="899674"/>
          <a:ext cx="7401457" cy="5076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011">
                  <a:extLst>
                    <a:ext uri="{9D8B030D-6E8A-4147-A177-3AD203B41FA5}">
                      <a16:colId xmlns:a16="http://schemas.microsoft.com/office/drawing/2014/main" val="3664165794"/>
                    </a:ext>
                  </a:extLst>
                </a:gridCol>
                <a:gridCol w="1175014">
                  <a:extLst>
                    <a:ext uri="{9D8B030D-6E8A-4147-A177-3AD203B41FA5}">
                      <a16:colId xmlns:a16="http://schemas.microsoft.com/office/drawing/2014/main" val="2240491404"/>
                    </a:ext>
                  </a:extLst>
                </a:gridCol>
                <a:gridCol w="1175014">
                  <a:extLst>
                    <a:ext uri="{9D8B030D-6E8A-4147-A177-3AD203B41FA5}">
                      <a16:colId xmlns:a16="http://schemas.microsoft.com/office/drawing/2014/main" val="420851206"/>
                    </a:ext>
                  </a:extLst>
                </a:gridCol>
                <a:gridCol w="1394841">
                  <a:extLst>
                    <a:ext uri="{9D8B030D-6E8A-4147-A177-3AD203B41FA5}">
                      <a16:colId xmlns:a16="http://schemas.microsoft.com/office/drawing/2014/main" val="1999583580"/>
                    </a:ext>
                  </a:extLst>
                </a:gridCol>
                <a:gridCol w="1476066">
                  <a:extLst>
                    <a:ext uri="{9D8B030D-6E8A-4147-A177-3AD203B41FA5}">
                      <a16:colId xmlns:a16="http://schemas.microsoft.com/office/drawing/2014/main" val="2970723237"/>
                    </a:ext>
                  </a:extLst>
                </a:gridCol>
                <a:gridCol w="1014511">
                  <a:extLst>
                    <a:ext uri="{9D8B030D-6E8A-4147-A177-3AD203B41FA5}">
                      <a16:colId xmlns:a16="http://schemas.microsoft.com/office/drawing/2014/main" val="2816014197"/>
                    </a:ext>
                  </a:extLst>
                </a:gridCol>
              </a:tblGrid>
              <a:tr h="597234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HeadSize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BodyType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BodyShading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Buy?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56918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566552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Bani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372219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Crista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260267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91169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Eliza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8742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Fran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62862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Gianna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59461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Hector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380329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Irina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12264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Jaquie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Rectangle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72936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Kendra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78532"/>
                  </a:ext>
                </a:extLst>
              </a:tr>
              <a:tr h="373272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LaToya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/>
                        </a:rPr>
                        <a:t>Light</a:t>
                      </a:r>
                      <a:endParaRPr lang="en-US" sz="1400" b="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j-lt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8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1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AA55E-0FCB-39C8-BFBA-1375848F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7C79-1B59-13F8-98D0-91172A17E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429" y="2848954"/>
            <a:ext cx="4136142" cy="387226"/>
          </a:xfrm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r>
              <a:rPr lang="en-US" dirty="0"/>
              <a:t>Let’s look just at body type: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261DD-3ACE-392E-348A-B96F8358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61470"/>
            <a:ext cx="10515600" cy="1001559"/>
          </a:xfrm>
        </p:spPr>
        <p:txBody>
          <a:bodyPr/>
          <a:lstStyle/>
          <a:p>
            <a:r>
              <a:rPr lang="en-US" sz="3200" dirty="0"/>
              <a:t>Separating Classes</a:t>
            </a:r>
            <a:endParaRPr lang="en-US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37D87C7-08BB-FBC7-34F2-B2BE252F4341}"/>
              </a:ext>
            </a:extLst>
          </p:cNvPr>
          <p:cNvGrpSpPr/>
          <p:nvPr/>
        </p:nvGrpSpPr>
        <p:grpSpPr>
          <a:xfrm>
            <a:off x="2482734" y="912226"/>
            <a:ext cx="8314184" cy="1711960"/>
            <a:chOff x="457200" y="1053333"/>
            <a:chExt cx="8314184" cy="1711960"/>
          </a:xfrm>
        </p:grpSpPr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4035DEBE-071A-37F5-DB97-F5CB4ED3AA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1136122"/>
              <a:ext cx="693680" cy="1118404"/>
              <a:chOff x="816" y="1728"/>
              <a:chExt cx="624" cy="912"/>
            </a:xfrm>
          </p:grpSpPr>
          <p:sp>
            <p:nvSpPr>
              <p:cNvPr id="6" name="Oval 21">
                <a:extLst>
                  <a:ext uri="{FF2B5EF4-FFF2-40B4-BE49-F238E27FC236}">
                    <a16:creationId xmlns:a16="http://schemas.microsoft.com/office/drawing/2014/main" id="{4BBF5738-D4FA-8755-B081-95C717D26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23">
                <a:extLst>
                  <a:ext uri="{FF2B5EF4-FFF2-40B4-BE49-F238E27FC236}">
                    <a16:creationId xmlns:a16="http://schemas.microsoft.com/office/drawing/2014/main" id="{03A5B383-672A-EFDC-E393-64B1AE16B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Line 24">
                <a:extLst>
                  <a:ext uri="{FF2B5EF4-FFF2-40B4-BE49-F238E27FC236}">
                    <a16:creationId xmlns:a16="http://schemas.microsoft.com/office/drawing/2014/main" id="{B140FC41-B126-2207-8EC8-7A3D68D33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Line 25">
                <a:extLst>
                  <a:ext uri="{FF2B5EF4-FFF2-40B4-BE49-F238E27FC236}">
                    <a16:creationId xmlns:a16="http://schemas.microsoft.com/office/drawing/2014/main" id="{8E330148-87FE-03A8-4BD2-B3C574E36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Line 26">
                <a:extLst>
                  <a:ext uri="{FF2B5EF4-FFF2-40B4-BE49-F238E27FC236}">
                    <a16:creationId xmlns:a16="http://schemas.microsoft.com/office/drawing/2014/main" id="{871042F8-E6CE-E0A4-9040-D5973E8B1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7CB57886-F55B-82FD-1180-49F0972006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4385" y="1489303"/>
              <a:ext cx="693680" cy="765224"/>
              <a:chOff x="816" y="2016"/>
              <a:chExt cx="624" cy="624"/>
            </a:xfrm>
          </p:grpSpPr>
          <p:sp>
            <p:nvSpPr>
              <p:cNvPr id="12" name="Line 23">
                <a:extLst>
                  <a:ext uri="{FF2B5EF4-FFF2-40B4-BE49-F238E27FC236}">
                    <a16:creationId xmlns:a16="http://schemas.microsoft.com/office/drawing/2014/main" id="{29018B34-75D1-D2BE-A636-5075EFFF2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24">
                <a:extLst>
                  <a:ext uri="{FF2B5EF4-FFF2-40B4-BE49-F238E27FC236}">
                    <a16:creationId xmlns:a16="http://schemas.microsoft.com/office/drawing/2014/main" id="{7B0FB3CB-8606-FACB-6BF7-51B741081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Line 25">
                <a:extLst>
                  <a:ext uri="{FF2B5EF4-FFF2-40B4-BE49-F238E27FC236}">
                    <a16:creationId xmlns:a16="http://schemas.microsoft.com/office/drawing/2014/main" id="{8D7D32D2-4D02-AD00-7D76-B09C26796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26">
                <a:extLst>
                  <a:ext uri="{FF2B5EF4-FFF2-40B4-BE49-F238E27FC236}">
                    <a16:creationId xmlns:a16="http://schemas.microsoft.com/office/drawing/2014/main" id="{8776B13C-B5B0-7CA2-3FF5-511C8EA4C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20">
              <a:extLst>
                <a:ext uri="{FF2B5EF4-FFF2-40B4-BE49-F238E27FC236}">
                  <a16:creationId xmlns:a16="http://schemas.microsoft.com/office/drawing/2014/main" id="{75BCE530-358A-50EC-D4C4-96E8EC751D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642" y="1138261"/>
              <a:ext cx="693680" cy="1118404"/>
              <a:chOff x="816" y="1728"/>
              <a:chExt cx="624" cy="912"/>
            </a:xfrm>
          </p:grpSpPr>
          <p:sp>
            <p:nvSpPr>
              <p:cNvPr id="17" name="Oval 21">
                <a:extLst>
                  <a:ext uri="{FF2B5EF4-FFF2-40B4-BE49-F238E27FC236}">
                    <a16:creationId xmlns:a16="http://schemas.microsoft.com/office/drawing/2014/main" id="{60927473-71DF-6CE0-CAD2-FF2E34DA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Rectangle 22">
                <a:extLst>
                  <a:ext uri="{FF2B5EF4-FFF2-40B4-BE49-F238E27FC236}">
                    <a16:creationId xmlns:a16="http://schemas.microsoft.com/office/drawing/2014/main" id="{7A03248F-BBF0-F13E-ED90-D0EC2379D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9E11F0FF-7C99-A6A4-4E3D-A55D500C7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24">
                <a:extLst>
                  <a:ext uri="{FF2B5EF4-FFF2-40B4-BE49-F238E27FC236}">
                    <a16:creationId xmlns:a16="http://schemas.microsoft.com/office/drawing/2014/main" id="{E36E34F6-3403-227E-B35F-BC298E79B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5">
                <a:extLst>
                  <a:ext uri="{FF2B5EF4-FFF2-40B4-BE49-F238E27FC236}">
                    <a16:creationId xmlns:a16="http://schemas.microsoft.com/office/drawing/2014/main" id="{AFFAE94D-9A95-7826-2BD6-DB6D882D7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26">
                <a:extLst>
                  <a:ext uri="{FF2B5EF4-FFF2-40B4-BE49-F238E27FC236}">
                    <a16:creationId xmlns:a16="http://schemas.microsoft.com/office/drawing/2014/main" id="{2A1D856E-853F-6538-5019-889BD2385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20">
              <a:extLst>
                <a:ext uri="{FF2B5EF4-FFF2-40B4-BE49-F238E27FC236}">
                  <a16:creationId xmlns:a16="http://schemas.microsoft.com/office/drawing/2014/main" id="{ED6929D2-45EA-8E13-D61E-B2CAD51B2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888" y="1145715"/>
              <a:ext cx="693680" cy="1118404"/>
              <a:chOff x="816" y="1728"/>
              <a:chExt cx="624" cy="912"/>
            </a:xfrm>
            <a:solidFill>
              <a:schemeClr val="bg1">
                <a:lumMod val="65000"/>
              </a:schemeClr>
            </a:solidFill>
          </p:grpSpPr>
          <p:sp>
            <p:nvSpPr>
              <p:cNvPr id="24" name="Oval 21">
                <a:extLst>
                  <a:ext uri="{FF2B5EF4-FFF2-40B4-BE49-F238E27FC236}">
                    <a16:creationId xmlns:a16="http://schemas.microsoft.com/office/drawing/2014/main" id="{17037A21-BBD9-9444-9204-7CD23F526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Rectangle 22">
                <a:extLst>
                  <a:ext uri="{FF2B5EF4-FFF2-40B4-BE49-F238E27FC236}">
                    <a16:creationId xmlns:a16="http://schemas.microsoft.com/office/drawing/2014/main" id="{EC975282-6EE2-B329-749C-636F986B2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A58C3A2C-CE70-48E9-C9FC-FD6B7CF1C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D9CC58A0-296C-CACE-703D-0183ABDC9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91E58D42-43E4-E250-E457-DE85EAD09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26">
                <a:extLst>
                  <a:ext uri="{FF2B5EF4-FFF2-40B4-BE49-F238E27FC236}">
                    <a16:creationId xmlns:a16="http://schemas.microsoft.com/office/drawing/2014/main" id="{04380D9D-AC98-0796-A1EB-9AC6FCE72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20">
              <a:extLst>
                <a:ext uri="{FF2B5EF4-FFF2-40B4-BE49-F238E27FC236}">
                  <a16:creationId xmlns:a16="http://schemas.microsoft.com/office/drawing/2014/main" id="{4BDC35C3-9511-BA57-39F1-6A07AEA40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562" y="1199299"/>
              <a:ext cx="693680" cy="1055862"/>
              <a:chOff x="816" y="1779"/>
              <a:chExt cx="624" cy="861"/>
            </a:xfrm>
          </p:grpSpPr>
          <p:sp>
            <p:nvSpPr>
              <p:cNvPr id="31" name="Oval 21">
                <a:extLst>
                  <a:ext uri="{FF2B5EF4-FFF2-40B4-BE49-F238E27FC236}">
                    <a16:creationId xmlns:a16="http://schemas.microsoft.com/office/drawing/2014/main" id="{8309FC1A-8D26-C1A5-DE0E-546E64B81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1779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0E8C807E-BA7E-650F-5C28-046A046B9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35"/>
                <a:ext cx="231" cy="2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3" name="Line 23">
                <a:extLst>
                  <a:ext uri="{FF2B5EF4-FFF2-40B4-BE49-F238E27FC236}">
                    <a16:creationId xmlns:a16="http://schemas.microsoft.com/office/drawing/2014/main" id="{4587B63C-D9CD-19D8-75A0-12C7C66AD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4">
                <a:extLst>
                  <a:ext uri="{FF2B5EF4-FFF2-40B4-BE49-F238E27FC236}">
                    <a16:creationId xmlns:a16="http://schemas.microsoft.com/office/drawing/2014/main" id="{470CBDF1-79B3-9D62-6863-01C6448A8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5">
                <a:extLst>
                  <a:ext uri="{FF2B5EF4-FFF2-40B4-BE49-F238E27FC236}">
                    <a16:creationId xmlns:a16="http://schemas.microsoft.com/office/drawing/2014/main" id="{25983D1C-9AB0-8BD7-8F3B-64B8D039F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26">
                <a:extLst>
                  <a:ext uri="{FF2B5EF4-FFF2-40B4-BE49-F238E27FC236}">
                    <a16:creationId xmlns:a16="http://schemas.microsoft.com/office/drawing/2014/main" id="{2A1371BD-EE56-244C-7B9C-64E8D95F0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20">
              <a:extLst>
                <a:ext uri="{FF2B5EF4-FFF2-40B4-BE49-F238E27FC236}">
                  <a16:creationId xmlns:a16="http://schemas.microsoft.com/office/drawing/2014/main" id="{068B59BC-AC91-27C2-FCE6-0CB76105A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9662" y="1437387"/>
              <a:ext cx="693680" cy="824087"/>
              <a:chOff x="816" y="1968"/>
              <a:chExt cx="624" cy="672"/>
            </a:xfrm>
          </p:grpSpPr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BE0C2891-B4A1-0680-12D7-A156BFE19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2B70309A-31BA-510B-B779-D18A6A964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DE7F7161-E23F-AFA5-66BA-2155BAD86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25">
                <a:extLst>
                  <a:ext uri="{FF2B5EF4-FFF2-40B4-BE49-F238E27FC236}">
                    <a16:creationId xmlns:a16="http://schemas.microsoft.com/office/drawing/2014/main" id="{2D55D92A-18BA-C040-20CB-4C88F8658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26">
                <a:extLst>
                  <a:ext uri="{FF2B5EF4-FFF2-40B4-BE49-F238E27FC236}">
                    <a16:creationId xmlns:a16="http://schemas.microsoft.com/office/drawing/2014/main" id="{AC465F39-C174-08F2-B633-04C519D06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" name="Group 20">
              <a:extLst>
                <a:ext uri="{FF2B5EF4-FFF2-40B4-BE49-F238E27FC236}">
                  <a16:creationId xmlns:a16="http://schemas.microsoft.com/office/drawing/2014/main" id="{5CB46C5D-4B27-B499-2B2E-015C1C2CB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085" y="1161227"/>
              <a:ext cx="693680" cy="1118404"/>
              <a:chOff x="816" y="1728"/>
              <a:chExt cx="624" cy="912"/>
            </a:xfrm>
          </p:grpSpPr>
          <p:sp>
            <p:nvSpPr>
              <p:cNvPr id="44" name="Oval 21">
                <a:extLst>
                  <a:ext uri="{FF2B5EF4-FFF2-40B4-BE49-F238E27FC236}">
                    <a16:creationId xmlns:a16="http://schemas.microsoft.com/office/drawing/2014/main" id="{32F10B38-6C6B-350A-4E58-149A48302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23">
                <a:extLst>
                  <a:ext uri="{FF2B5EF4-FFF2-40B4-BE49-F238E27FC236}">
                    <a16:creationId xmlns:a16="http://schemas.microsoft.com/office/drawing/2014/main" id="{7ADEF107-D6C6-5B2C-78AB-39A6088E2C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24">
                <a:extLst>
                  <a:ext uri="{FF2B5EF4-FFF2-40B4-BE49-F238E27FC236}">
                    <a16:creationId xmlns:a16="http://schemas.microsoft.com/office/drawing/2014/main" id="{9DED1AA9-CF99-E4B0-2D33-C130B47BE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25">
                <a:extLst>
                  <a:ext uri="{FF2B5EF4-FFF2-40B4-BE49-F238E27FC236}">
                    <a16:creationId xmlns:a16="http://schemas.microsoft.com/office/drawing/2014/main" id="{EEBAE3D1-6424-0C2F-82D6-A8E920095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26">
                <a:extLst>
                  <a:ext uri="{FF2B5EF4-FFF2-40B4-BE49-F238E27FC236}">
                    <a16:creationId xmlns:a16="http://schemas.microsoft.com/office/drawing/2014/main" id="{FF233BCD-88C2-99F7-8682-C410B36F4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20">
              <a:extLst>
                <a:ext uri="{FF2B5EF4-FFF2-40B4-BE49-F238E27FC236}">
                  <a16:creationId xmlns:a16="http://schemas.microsoft.com/office/drawing/2014/main" id="{A14EA5EC-7B3E-B1FC-C758-240D69367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5984" y="1053333"/>
              <a:ext cx="693680" cy="1212830"/>
              <a:chOff x="816" y="1651"/>
              <a:chExt cx="624" cy="989"/>
            </a:xfrm>
          </p:grpSpPr>
          <p:sp>
            <p:nvSpPr>
              <p:cNvPr id="50" name="Oval 21">
                <a:extLst>
                  <a:ext uri="{FF2B5EF4-FFF2-40B4-BE49-F238E27FC236}">
                    <a16:creationId xmlns:a16="http://schemas.microsoft.com/office/drawing/2014/main" id="{3B545EEC-E3D1-C7CE-9C6B-1A0965AF4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1651"/>
                <a:ext cx="240" cy="27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23">
                <a:extLst>
                  <a:ext uri="{FF2B5EF4-FFF2-40B4-BE49-F238E27FC236}">
                    <a16:creationId xmlns:a16="http://schemas.microsoft.com/office/drawing/2014/main" id="{FC077F6F-4698-4462-4EB0-4ECC8901B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24">
                <a:extLst>
                  <a:ext uri="{FF2B5EF4-FFF2-40B4-BE49-F238E27FC236}">
                    <a16:creationId xmlns:a16="http://schemas.microsoft.com/office/drawing/2014/main" id="{CC30D4E7-443B-CAA7-4063-9159C530C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Line 25">
                <a:extLst>
                  <a:ext uri="{FF2B5EF4-FFF2-40B4-BE49-F238E27FC236}">
                    <a16:creationId xmlns:a16="http://schemas.microsoft.com/office/drawing/2014/main" id="{420659B7-3D1F-C0B9-FF60-63176AFA5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26">
                <a:extLst>
                  <a:ext uri="{FF2B5EF4-FFF2-40B4-BE49-F238E27FC236}">
                    <a16:creationId xmlns:a16="http://schemas.microsoft.com/office/drawing/2014/main" id="{BA7C55B5-08AA-71B0-E412-9988E7721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oup 20">
              <a:extLst>
                <a:ext uri="{FF2B5EF4-FFF2-40B4-BE49-F238E27FC236}">
                  <a16:creationId xmlns:a16="http://schemas.microsoft.com/office/drawing/2014/main" id="{163A6D7F-2029-100E-039F-488D88317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6919" y="1514408"/>
              <a:ext cx="693680" cy="765224"/>
              <a:chOff x="816" y="2016"/>
              <a:chExt cx="624" cy="624"/>
            </a:xfrm>
          </p:grpSpPr>
          <p:sp>
            <p:nvSpPr>
              <p:cNvPr id="56" name="Line 23">
                <a:extLst>
                  <a:ext uri="{FF2B5EF4-FFF2-40B4-BE49-F238E27FC236}">
                    <a16:creationId xmlns:a16="http://schemas.microsoft.com/office/drawing/2014/main" id="{12C9CB5F-E82E-18AC-AFC1-51B3F1936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4">
                <a:extLst>
                  <a:ext uri="{FF2B5EF4-FFF2-40B4-BE49-F238E27FC236}">
                    <a16:creationId xmlns:a16="http://schemas.microsoft.com/office/drawing/2014/main" id="{0A414865-87E4-893E-C6B4-B04E857CA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25">
                <a:extLst>
                  <a:ext uri="{FF2B5EF4-FFF2-40B4-BE49-F238E27FC236}">
                    <a16:creationId xmlns:a16="http://schemas.microsoft.com/office/drawing/2014/main" id="{FADDDB40-A448-EA20-9D86-7A37AB3D4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26">
                <a:extLst>
                  <a:ext uri="{FF2B5EF4-FFF2-40B4-BE49-F238E27FC236}">
                    <a16:creationId xmlns:a16="http://schemas.microsoft.com/office/drawing/2014/main" id="{A0321CAD-8D0F-89C8-CDB9-5D98C3DA6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" name="Group 20">
              <a:extLst>
                <a:ext uri="{FF2B5EF4-FFF2-40B4-BE49-F238E27FC236}">
                  <a16:creationId xmlns:a16="http://schemas.microsoft.com/office/drawing/2014/main" id="{E76D76D4-DDCA-D044-8F67-6D348D2B7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6913" y="1075747"/>
              <a:ext cx="693680" cy="1207925"/>
              <a:chOff x="816" y="1655"/>
              <a:chExt cx="624" cy="985"/>
            </a:xfrm>
          </p:grpSpPr>
          <p:sp>
            <p:nvSpPr>
              <p:cNvPr id="61" name="Oval 21">
                <a:extLst>
                  <a:ext uri="{FF2B5EF4-FFF2-40B4-BE49-F238E27FC236}">
                    <a16:creationId xmlns:a16="http://schemas.microsoft.com/office/drawing/2014/main" id="{D17F6A03-D5AC-7C8F-176E-F98CAFF5C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655"/>
                <a:ext cx="240" cy="3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22">
                <a:extLst>
                  <a:ext uri="{FF2B5EF4-FFF2-40B4-BE49-F238E27FC236}">
                    <a16:creationId xmlns:a16="http://schemas.microsoft.com/office/drawing/2014/main" id="{15C2507D-2DD6-1945-6EB2-23A6DDDBB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3" name="Line 23">
                <a:extLst>
                  <a:ext uri="{FF2B5EF4-FFF2-40B4-BE49-F238E27FC236}">
                    <a16:creationId xmlns:a16="http://schemas.microsoft.com/office/drawing/2014/main" id="{736FA359-D4D9-BBE0-F747-169672F79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24">
                <a:extLst>
                  <a:ext uri="{FF2B5EF4-FFF2-40B4-BE49-F238E27FC236}">
                    <a16:creationId xmlns:a16="http://schemas.microsoft.com/office/drawing/2014/main" id="{2E805CDE-0F62-C200-724D-8E7FB730F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25">
                <a:extLst>
                  <a:ext uri="{FF2B5EF4-FFF2-40B4-BE49-F238E27FC236}">
                    <a16:creationId xmlns:a16="http://schemas.microsoft.com/office/drawing/2014/main" id="{C9B584DA-4668-C513-DFCE-5BFF0413F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26">
                <a:extLst>
                  <a:ext uri="{FF2B5EF4-FFF2-40B4-BE49-F238E27FC236}">
                    <a16:creationId xmlns:a16="http://schemas.microsoft.com/office/drawing/2014/main" id="{96050491-3921-6B7F-7F5C-506FC7770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oup 20">
              <a:extLst>
                <a:ext uri="{FF2B5EF4-FFF2-40B4-BE49-F238E27FC236}">
                  <a16:creationId xmlns:a16="http://schemas.microsoft.com/office/drawing/2014/main" id="{283EECF0-7C97-F862-2AAF-3B40C360DF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3221" y="1504946"/>
              <a:ext cx="693680" cy="765224"/>
              <a:chOff x="816" y="2016"/>
              <a:chExt cx="624" cy="624"/>
            </a:xfrm>
          </p:grpSpPr>
          <p:sp>
            <p:nvSpPr>
              <p:cNvPr id="68" name="Line 23">
                <a:extLst>
                  <a:ext uri="{FF2B5EF4-FFF2-40B4-BE49-F238E27FC236}">
                    <a16:creationId xmlns:a16="http://schemas.microsoft.com/office/drawing/2014/main" id="{4C468E20-95E9-CC37-8396-84D828081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24">
                <a:extLst>
                  <a:ext uri="{FF2B5EF4-FFF2-40B4-BE49-F238E27FC236}">
                    <a16:creationId xmlns:a16="http://schemas.microsoft.com/office/drawing/2014/main" id="{4DEC2D2B-9EE1-F018-EBE5-040228A89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25">
                <a:extLst>
                  <a:ext uri="{FF2B5EF4-FFF2-40B4-BE49-F238E27FC236}">
                    <a16:creationId xmlns:a16="http://schemas.microsoft.com/office/drawing/2014/main" id="{85354DE1-0D62-B59A-E815-901FF6EAE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26">
                <a:extLst>
                  <a:ext uri="{FF2B5EF4-FFF2-40B4-BE49-F238E27FC236}">
                    <a16:creationId xmlns:a16="http://schemas.microsoft.com/office/drawing/2014/main" id="{BE24B146-76E4-B91A-534A-D6240238B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" name="Group 20">
              <a:extLst>
                <a:ext uri="{FF2B5EF4-FFF2-40B4-BE49-F238E27FC236}">
                  <a16:creationId xmlns:a16="http://schemas.microsoft.com/office/drawing/2014/main" id="{CF7DDF2B-18D0-E45D-FD2A-3DC5498F8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6337" y="1053693"/>
              <a:ext cx="1205047" cy="1205472"/>
              <a:chOff x="356" y="1657"/>
              <a:chExt cx="1084" cy="983"/>
            </a:xfrm>
          </p:grpSpPr>
          <p:sp>
            <p:nvSpPr>
              <p:cNvPr id="73" name="Oval 21">
                <a:extLst>
                  <a:ext uri="{FF2B5EF4-FFF2-40B4-BE49-F238E27FC236}">
                    <a16:creationId xmlns:a16="http://schemas.microsoft.com/office/drawing/2014/main" id="{C24141E5-59B2-35ED-42EC-1418BE4C9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" y="1657"/>
                <a:ext cx="240" cy="313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Line 23">
                <a:extLst>
                  <a:ext uri="{FF2B5EF4-FFF2-40B4-BE49-F238E27FC236}">
                    <a16:creationId xmlns:a16="http://schemas.microsoft.com/office/drawing/2014/main" id="{A55E5580-9000-4E6F-158A-22F779C22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4">
                <a:extLst>
                  <a:ext uri="{FF2B5EF4-FFF2-40B4-BE49-F238E27FC236}">
                    <a16:creationId xmlns:a16="http://schemas.microsoft.com/office/drawing/2014/main" id="{9EA754BB-70B3-BD47-371C-710D8192A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25">
                <a:extLst>
                  <a:ext uri="{FF2B5EF4-FFF2-40B4-BE49-F238E27FC236}">
                    <a16:creationId xmlns:a16="http://schemas.microsoft.com/office/drawing/2014/main" id="{080C9ECE-3E62-FB3D-438F-8D0A597ED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26">
                <a:extLst>
                  <a:ext uri="{FF2B5EF4-FFF2-40B4-BE49-F238E27FC236}">
                    <a16:creationId xmlns:a16="http://schemas.microsoft.com/office/drawing/2014/main" id="{4CF142DD-D11C-F67C-D2C2-D0390D547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8" name="Triangle 77">
              <a:extLst>
                <a:ext uri="{FF2B5EF4-FFF2-40B4-BE49-F238E27FC236}">
                  <a16:creationId xmlns:a16="http://schemas.microsoft.com/office/drawing/2014/main" id="{7CE273B8-F77B-B67A-B8BD-BD3B951E13E8}"/>
                </a:ext>
              </a:extLst>
            </p:cNvPr>
            <p:cNvSpPr/>
            <p:nvPr/>
          </p:nvSpPr>
          <p:spPr bwMode="auto">
            <a:xfrm>
              <a:off x="4087186" y="117819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79" name="Triangle 78">
              <a:extLst>
                <a:ext uri="{FF2B5EF4-FFF2-40B4-BE49-F238E27FC236}">
                  <a16:creationId xmlns:a16="http://schemas.microsoft.com/office/drawing/2014/main" id="{2BE8C664-A3A4-E238-15AD-16309CB85D72}"/>
                </a:ext>
              </a:extLst>
            </p:cNvPr>
            <p:cNvSpPr/>
            <p:nvPr/>
          </p:nvSpPr>
          <p:spPr bwMode="auto">
            <a:xfrm>
              <a:off x="8272724" y="1218084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184D513-D94D-138F-1007-3997F14560B2}"/>
                </a:ext>
              </a:extLst>
            </p:cNvPr>
            <p:cNvSpPr/>
            <p:nvPr/>
          </p:nvSpPr>
          <p:spPr bwMode="auto">
            <a:xfrm>
              <a:off x="660024" y="1438119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A13A86F-630F-0A6E-A0CF-4C48CAE8500F}"/>
                </a:ext>
              </a:extLst>
            </p:cNvPr>
            <p:cNvSpPr/>
            <p:nvPr/>
          </p:nvSpPr>
          <p:spPr bwMode="auto">
            <a:xfrm>
              <a:off x="1352849" y="1346770"/>
              <a:ext cx="319872" cy="5332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A20EF84-499A-73FD-5BFE-8CD1F8A03609}"/>
                </a:ext>
              </a:extLst>
            </p:cNvPr>
            <p:cNvSpPr/>
            <p:nvPr/>
          </p:nvSpPr>
          <p:spPr bwMode="auto">
            <a:xfrm>
              <a:off x="5463947" y="1390571"/>
              <a:ext cx="319872" cy="51960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3" name="Rectangle 22">
              <a:extLst>
                <a:ext uri="{FF2B5EF4-FFF2-40B4-BE49-F238E27FC236}">
                  <a16:creationId xmlns:a16="http://schemas.microsoft.com/office/drawing/2014/main" id="{D906BFFD-793E-94F9-8D4A-02E63A83A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245" y="1470332"/>
              <a:ext cx="266800" cy="4120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FE2B49-DF9F-AA1C-D220-E012DD3F240A}"/>
                </a:ext>
              </a:extLst>
            </p:cNvPr>
            <p:cNvSpPr/>
            <p:nvPr/>
          </p:nvSpPr>
          <p:spPr bwMode="auto">
            <a:xfrm>
              <a:off x="6184037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B675C56-A1D1-680B-2578-94AE3AF6B384}"/>
                </a:ext>
              </a:extLst>
            </p:cNvPr>
            <p:cNvSpPr/>
            <p:nvPr/>
          </p:nvSpPr>
          <p:spPr bwMode="auto">
            <a:xfrm>
              <a:off x="7554644" y="1451541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5B371AD-84FC-E5F5-4541-B9A6E00FE158}"/>
                </a:ext>
              </a:extLst>
            </p:cNvPr>
            <p:cNvSpPr/>
            <p:nvPr/>
          </p:nvSpPr>
          <p:spPr bwMode="auto">
            <a:xfrm>
              <a:off x="8284130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7" name="Triangle 86">
              <a:extLst>
                <a:ext uri="{FF2B5EF4-FFF2-40B4-BE49-F238E27FC236}">
                  <a16:creationId xmlns:a16="http://schemas.microsoft.com/office/drawing/2014/main" id="{081BD01C-0B2C-7FD4-AC51-6DDAB3669320}"/>
                </a:ext>
              </a:extLst>
            </p:cNvPr>
            <p:cNvSpPr/>
            <p:nvPr/>
          </p:nvSpPr>
          <p:spPr bwMode="auto">
            <a:xfrm>
              <a:off x="1352035" y="1086796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8" name="Oval 21">
              <a:extLst>
                <a:ext uri="{FF2B5EF4-FFF2-40B4-BE49-F238E27FC236}">
                  <a16:creationId xmlns:a16="http://schemas.microsoft.com/office/drawing/2014/main" id="{E7B4A2CF-8F21-B24E-6ED8-27B857F11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3297" y="1182261"/>
              <a:ext cx="266800" cy="29431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D8F3CA-A97D-7B71-D088-85CFEA489CEA}"/>
                </a:ext>
              </a:extLst>
            </p:cNvPr>
            <p:cNvSpPr txBox="1"/>
            <p:nvPr/>
          </p:nvSpPr>
          <p:spPr>
            <a:xfrm>
              <a:off x="637969" y="234350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D3E0A3D-1A56-F9A9-9B4F-25595565BB4D}"/>
                </a:ext>
              </a:extLst>
            </p:cNvPr>
            <p:cNvSpPr txBox="1"/>
            <p:nvPr/>
          </p:nvSpPr>
          <p:spPr>
            <a:xfrm>
              <a:off x="3363219" y="2305622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4C7613E-248F-4706-8EA6-EBB55B09E003}"/>
                </a:ext>
              </a:extLst>
            </p:cNvPr>
            <p:cNvSpPr txBox="1"/>
            <p:nvPr/>
          </p:nvSpPr>
          <p:spPr>
            <a:xfrm>
              <a:off x="2677351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806D93C-9080-0798-7368-A774B50E7CDD}"/>
                </a:ext>
              </a:extLst>
            </p:cNvPr>
            <p:cNvSpPr txBox="1"/>
            <p:nvPr/>
          </p:nvSpPr>
          <p:spPr>
            <a:xfrm>
              <a:off x="4090040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D8855E8-3FC4-67E0-90E4-D3125FF1C68D}"/>
                </a:ext>
              </a:extLst>
            </p:cNvPr>
            <p:cNvSpPr txBox="1"/>
            <p:nvPr/>
          </p:nvSpPr>
          <p:spPr>
            <a:xfrm>
              <a:off x="4766499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DF98B28-2647-4E7D-5A9C-5C7729B87FD8}"/>
                </a:ext>
              </a:extLst>
            </p:cNvPr>
            <p:cNvSpPr txBox="1"/>
            <p:nvPr/>
          </p:nvSpPr>
          <p:spPr>
            <a:xfrm>
              <a:off x="5466753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700906B-6D8D-03F5-05A5-DD9F60E60063}"/>
                </a:ext>
              </a:extLst>
            </p:cNvPr>
            <p:cNvSpPr txBox="1"/>
            <p:nvPr/>
          </p:nvSpPr>
          <p:spPr>
            <a:xfrm>
              <a:off x="6156981" y="230562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22B92F6-3B41-97B7-56EB-AA2274BE413B}"/>
                </a:ext>
              </a:extLst>
            </p:cNvPr>
            <p:cNvSpPr txBox="1"/>
            <p:nvPr/>
          </p:nvSpPr>
          <p:spPr>
            <a:xfrm>
              <a:off x="6887594" y="2365183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87AC00B-81EE-B01B-F641-05F7DC23B19D}"/>
                </a:ext>
              </a:extLst>
            </p:cNvPr>
            <p:cNvSpPr txBox="1"/>
            <p:nvPr/>
          </p:nvSpPr>
          <p:spPr>
            <a:xfrm>
              <a:off x="7593728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A726A8C-5016-54F2-935A-1F75CA30A9BD}"/>
                </a:ext>
              </a:extLst>
            </p:cNvPr>
            <p:cNvSpPr txBox="1"/>
            <p:nvPr/>
          </p:nvSpPr>
          <p:spPr>
            <a:xfrm>
              <a:off x="8260515" y="2351923"/>
              <a:ext cx="297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25C2D18-30AA-A246-6375-8F65B88933B9}"/>
                </a:ext>
              </a:extLst>
            </p:cNvPr>
            <p:cNvSpPr txBox="1"/>
            <p:nvPr/>
          </p:nvSpPr>
          <p:spPr>
            <a:xfrm>
              <a:off x="2040893" y="234636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77111B9-4988-9EBC-4392-903758FAC9B8}"/>
                </a:ext>
              </a:extLst>
            </p:cNvPr>
            <p:cNvSpPr txBox="1"/>
            <p:nvPr/>
          </p:nvSpPr>
          <p:spPr>
            <a:xfrm>
              <a:off x="1352849" y="2351924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B1373F46-6718-0495-C2F5-DABE29104F14}"/>
              </a:ext>
            </a:extLst>
          </p:cNvPr>
          <p:cNvSpPr txBox="1"/>
          <p:nvPr/>
        </p:nvSpPr>
        <p:spPr>
          <a:xfrm>
            <a:off x="2062694" y="635679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805B718-1A25-BB75-6052-7789D1A5105C}"/>
              </a:ext>
            </a:extLst>
          </p:cNvPr>
          <p:cNvSpPr txBox="1"/>
          <p:nvPr/>
        </p:nvSpPr>
        <p:spPr>
          <a:xfrm>
            <a:off x="2729482" y="6380254"/>
            <a:ext cx="29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98ACD2D-9EB3-6B00-CE23-42EAEC7A67CE}"/>
              </a:ext>
            </a:extLst>
          </p:cNvPr>
          <p:cNvGrpSpPr/>
          <p:nvPr/>
        </p:nvGrpSpPr>
        <p:grpSpPr>
          <a:xfrm>
            <a:off x="1832187" y="3492282"/>
            <a:ext cx="2325770" cy="3212921"/>
            <a:chOff x="308187" y="3492281"/>
            <a:chExt cx="2325770" cy="3212921"/>
          </a:xfrm>
        </p:grpSpPr>
        <p:grpSp>
          <p:nvGrpSpPr>
            <p:cNvPr id="102" name="Group 20">
              <a:extLst>
                <a:ext uri="{FF2B5EF4-FFF2-40B4-BE49-F238E27FC236}">
                  <a16:creationId xmlns:a16="http://schemas.microsoft.com/office/drawing/2014/main" id="{2DA8EAA1-F765-2088-C85F-3252F520D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534" y="3541607"/>
              <a:ext cx="693680" cy="1118404"/>
              <a:chOff x="816" y="1728"/>
              <a:chExt cx="624" cy="912"/>
            </a:xfrm>
          </p:grpSpPr>
          <p:sp>
            <p:nvSpPr>
              <p:cNvPr id="103" name="Oval 21">
                <a:extLst>
                  <a:ext uri="{FF2B5EF4-FFF2-40B4-BE49-F238E27FC236}">
                    <a16:creationId xmlns:a16="http://schemas.microsoft.com/office/drawing/2014/main" id="{9EE6518A-1ED1-A6CC-2D9E-6C9CCC07D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Line 23">
                <a:extLst>
                  <a:ext uri="{FF2B5EF4-FFF2-40B4-BE49-F238E27FC236}">
                    <a16:creationId xmlns:a16="http://schemas.microsoft.com/office/drawing/2014/main" id="{02818622-CE1B-FCAE-CD30-9ACC0E7C5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Line 24">
                <a:extLst>
                  <a:ext uri="{FF2B5EF4-FFF2-40B4-BE49-F238E27FC236}">
                    <a16:creationId xmlns:a16="http://schemas.microsoft.com/office/drawing/2014/main" id="{8B76B431-7B26-7001-BC77-3437F9533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Line 25">
                <a:extLst>
                  <a:ext uri="{FF2B5EF4-FFF2-40B4-BE49-F238E27FC236}">
                    <a16:creationId xmlns:a16="http://schemas.microsoft.com/office/drawing/2014/main" id="{01793D91-8090-8F9C-DCDD-DB4E1294F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Line 26">
                <a:extLst>
                  <a:ext uri="{FF2B5EF4-FFF2-40B4-BE49-F238E27FC236}">
                    <a16:creationId xmlns:a16="http://schemas.microsoft.com/office/drawing/2014/main" id="{F8B892F9-CE63-0329-33F7-2DD9B269C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8" name="Group 20">
              <a:extLst>
                <a:ext uri="{FF2B5EF4-FFF2-40B4-BE49-F238E27FC236}">
                  <a16:creationId xmlns:a16="http://schemas.microsoft.com/office/drawing/2014/main" id="{E4D4D78A-8667-AD43-0E37-E230E50CD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7719" y="3894788"/>
              <a:ext cx="693680" cy="765224"/>
              <a:chOff x="816" y="2016"/>
              <a:chExt cx="624" cy="624"/>
            </a:xfrm>
          </p:grpSpPr>
          <p:sp>
            <p:nvSpPr>
              <p:cNvPr id="109" name="Line 23">
                <a:extLst>
                  <a:ext uri="{FF2B5EF4-FFF2-40B4-BE49-F238E27FC236}">
                    <a16:creationId xmlns:a16="http://schemas.microsoft.com/office/drawing/2014/main" id="{F4AE92DC-8654-5EF0-C495-1AA8C793D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24">
                <a:extLst>
                  <a:ext uri="{FF2B5EF4-FFF2-40B4-BE49-F238E27FC236}">
                    <a16:creationId xmlns:a16="http://schemas.microsoft.com/office/drawing/2014/main" id="{61738021-9BCB-FB94-DA9A-CEB51FAB1D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25">
                <a:extLst>
                  <a:ext uri="{FF2B5EF4-FFF2-40B4-BE49-F238E27FC236}">
                    <a16:creationId xmlns:a16="http://schemas.microsoft.com/office/drawing/2014/main" id="{8F92D2EA-8BAC-3A90-94BA-B76A8C858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26">
                <a:extLst>
                  <a:ext uri="{FF2B5EF4-FFF2-40B4-BE49-F238E27FC236}">
                    <a16:creationId xmlns:a16="http://schemas.microsoft.com/office/drawing/2014/main" id="{5B6C767F-BC6B-FDB9-3F09-2814CC891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831DB1E-1E44-4785-81D2-CD4203B5D8E2}"/>
                </a:ext>
              </a:extLst>
            </p:cNvPr>
            <p:cNvSpPr/>
            <p:nvPr/>
          </p:nvSpPr>
          <p:spPr bwMode="auto">
            <a:xfrm>
              <a:off x="533358" y="384360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B1B0E9F-607C-9A98-2D50-C6B1D7F41B75}"/>
                </a:ext>
              </a:extLst>
            </p:cNvPr>
            <p:cNvSpPr/>
            <p:nvPr/>
          </p:nvSpPr>
          <p:spPr bwMode="auto">
            <a:xfrm>
              <a:off x="1226183" y="3752255"/>
              <a:ext cx="319872" cy="5332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15" name="Triangle 114">
              <a:extLst>
                <a:ext uri="{FF2B5EF4-FFF2-40B4-BE49-F238E27FC236}">
                  <a16:creationId xmlns:a16="http://schemas.microsoft.com/office/drawing/2014/main" id="{57C06710-7F07-1F7F-9ABE-731A39A9E005}"/>
                </a:ext>
              </a:extLst>
            </p:cNvPr>
            <p:cNvSpPr/>
            <p:nvPr/>
          </p:nvSpPr>
          <p:spPr bwMode="auto">
            <a:xfrm>
              <a:off x="1225369" y="349228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AE1F6B4-CC3D-2E8D-3E6B-3EE08BC5644D}"/>
                </a:ext>
              </a:extLst>
            </p:cNvPr>
            <p:cNvSpPr txBox="1"/>
            <p:nvPr/>
          </p:nvSpPr>
          <p:spPr>
            <a:xfrm>
              <a:off x="511303" y="474898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91EC580-7716-2888-8384-0BAD2DA7E631}"/>
                </a:ext>
              </a:extLst>
            </p:cNvPr>
            <p:cNvSpPr txBox="1"/>
            <p:nvPr/>
          </p:nvSpPr>
          <p:spPr>
            <a:xfrm>
              <a:off x="1226183" y="4757409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grpSp>
          <p:nvGrpSpPr>
            <p:cNvPr id="123" name="Group 20">
              <a:extLst>
                <a:ext uri="{FF2B5EF4-FFF2-40B4-BE49-F238E27FC236}">
                  <a16:creationId xmlns:a16="http://schemas.microsoft.com/office/drawing/2014/main" id="{D2C8FD46-AC83-7E14-00E9-ACC22E5F4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0277" y="3902938"/>
              <a:ext cx="693680" cy="765224"/>
              <a:chOff x="816" y="2016"/>
              <a:chExt cx="624" cy="624"/>
            </a:xfrm>
          </p:grpSpPr>
          <p:sp>
            <p:nvSpPr>
              <p:cNvPr id="124" name="Line 23">
                <a:extLst>
                  <a:ext uri="{FF2B5EF4-FFF2-40B4-BE49-F238E27FC236}">
                    <a16:creationId xmlns:a16="http://schemas.microsoft.com/office/drawing/2014/main" id="{4E83E6EA-33B6-5320-FCB1-E0CD912B9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Line 24">
                <a:extLst>
                  <a:ext uri="{FF2B5EF4-FFF2-40B4-BE49-F238E27FC236}">
                    <a16:creationId xmlns:a16="http://schemas.microsoft.com/office/drawing/2014/main" id="{C1B8B9F0-9771-4027-F0A1-F4ACE2E676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Line 25">
                <a:extLst>
                  <a:ext uri="{FF2B5EF4-FFF2-40B4-BE49-F238E27FC236}">
                    <a16:creationId xmlns:a16="http://schemas.microsoft.com/office/drawing/2014/main" id="{3EDA349A-6A88-3C4D-14E6-26C984DDA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Line 26">
                <a:extLst>
                  <a:ext uri="{FF2B5EF4-FFF2-40B4-BE49-F238E27FC236}">
                    <a16:creationId xmlns:a16="http://schemas.microsoft.com/office/drawing/2014/main" id="{81FC192C-C4CD-AA3A-4579-0349741FB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CCFF429-AF03-155A-63C0-E6EBA86D87A2}"/>
                </a:ext>
              </a:extLst>
            </p:cNvPr>
            <p:cNvSpPr/>
            <p:nvPr/>
          </p:nvSpPr>
          <p:spPr bwMode="auto">
            <a:xfrm>
              <a:off x="2137395" y="384407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29" name="Oval 21">
              <a:extLst>
                <a:ext uri="{FF2B5EF4-FFF2-40B4-BE49-F238E27FC236}">
                  <a16:creationId xmlns:a16="http://schemas.microsoft.com/office/drawing/2014/main" id="{6EDB0ACD-3567-7700-99C1-7B73D53DA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655" y="3511929"/>
              <a:ext cx="266800" cy="353179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591C89B-4002-ED1D-24E1-3DE093D099EE}"/>
                </a:ext>
              </a:extLst>
            </p:cNvPr>
            <p:cNvSpPr txBox="1"/>
            <p:nvPr/>
          </p:nvSpPr>
          <p:spPr>
            <a:xfrm>
              <a:off x="2110339" y="469415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grpSp>
          <p:nvGrpSpPr>
            <p:cNvPr id="147" name="Group 20">
              <a:extLst>
                <a:ext uri="{FF2B5EF4-FFF2-40B4-BE49-F238E27FC236}">
                  <a16:creationId xmlns:a16="http://schemas.microsoft.com/office/drawing/2014/main" id="{06E6E991-BEDA-C04C-A506-9DD020859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187" y="5533277"/>
              <a:ext cx="693680" cy="765224"/>
              <a:chOff x="816" y="2016"/>
              <a:chExt cx="624" cy="624"/>
            </a:xfrm>
          </p:grpSpPr>
          <p:sp>
            <p:nvSpPr>
              <p:cNvPr id="148" name="Line 23">
                <a:extLst>
                  <a:ext uri="{FF2B5EF4-FFF2-40B4-BE49-F238E27FC236}">
                    <a16:creationId xmlns:a16="http://schemas.microsoft.com/office/drawing/2014/main" id="{8CF2E636-1156-42F9-ED3D-26BC21534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Line 24">
                <a:extLst>
                  <a:ext uri="{FF2B5EF4-FFF2-40B4-BE49-F238E27FC236}">
                    <a16:creationId xmlns:a16="http://schemas.microsoft.com/office/drawing/2014/main" id="{A4272AA7-2B6B-81DF-2D53-D12CDA920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Line 25">
                <a:extLst>
                  <a:ext uri="{FF2B5EF4-FFF2-40B4-BE49-F238E27FC236}">
                    <a16:creationId xmlns:a16="http://schemas.microsoft.com/office/drawing/2014/main" id="{AEFB787D-D66B-C829-90D0-FFFB12B10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Line 26">
                <a:extLst>
                  <a:ext uri="{FF2B5EF4-FFF2-40B4-BE49-F238E27FC236}">
                    <a16:creationId xmlns:a16="http://schemas.microsoft.com/office/drawing/2014/main" id="{125A5DBC-23B5-A4FA-3CB5-BF11FA328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2" name="Group 20">
              <a:extLst>
                <a:ext uri="{FF2B5EF4-FFF2-40B4-BE49-F238E27FC236}">
                  <a16:creationId xmlns:a16="http://schemas.microsoft.com/office/drawing/2014/main" id="{A79BD879-34D4-37FA-E080-FB4852F896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303" y="5171546"/>
              <a:ext cx="1205047" cy="1115951"/>
              <a:chOff x="356" y="1730"/>
              <a:chExt cx="1084" cy="910"/>
            </a:xfrm>
          </p:grpSpPr>
          <p:sp>
            <p:nvSpPr>
              <p:cNvPr id="153" name="Oval 21">
                <a:extLst>
                  <a:ext uri="{FF2B5EF4-FFF2-40B4-BE49-F238E27FC236}">
                    <a16:creationId xmlns:a16="http://schemas.microsoft.com/office/drawing/2014/main" id="{CEEBCC97-230E-C8FD-0450-C551CF8BF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" y="1730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Line 23">
                <a:extLst>
                  <a:ext uri="{FF2B5EF4-FFF2-40B4-BE49-F238E27FC236}">
                    <a16:creationId xmlns:a16="http://schemas.microsoft.com/office/drawing/2014/main" id="{D087C6CF-D61B-D87A-6892-B1EEE156E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Line 24">
                <a:extLst>
                  <a:ext uri="{FF2B5EF4-FFF2-40B4-BE49-F238E27FC236}">
                    <a16:creationId xmlns:a16="http://schemas.microsoft.com/office/drawing/2014/main" id="{A9ED908A-143C-AAC1-A26D-C51A1EE6D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Line 25">
                <a:extLst>
                  <a:ext uri="{FF2B5EF4-FFF2-40B4-BE49-F238E27FC236}">
                    <a16:creationId xmlns:a16="http://schemas.microsoft.com/office/drawing/2014/main" id="{6BC82920-3E62-DD44-D457-285AA42B5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Line 26">
                <a:extLst>
                  <a:ext uri="{FF2B5EF4-FFF2-40B4-BE49-F238E27FC236}">
                    <a16:creationId xmlns:a16="http://schemas.microsoft.com/office/drawing/2014/main" id="{85CBE8CC-6CE5-211B-FA5A-2324049AB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8" name="Triangle 157">
              <a:extLst>
                <a:ext uri="{FF2B5EF4-FFF2-40B4-BE49-F238E27FC236}">
                  <a16:creationId xmlns:a16="http://schemas.microsoft.com/office/drawing/2014/main" id="{915321D3-B3FF-5A52-A12C-2C5D098B4502}"/>
                </a:ext>
              </a:extLst>
            </p:cNvPr>
            <p:cNvSpPr/>
            <p:nvPr/>
          </p:nvSpPr>
          <p:spPr bwMode="auto">
            <a:xfrm>
              <a:off x="1217690" y="5246415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F8E90C1-1ED6-795B-6528-4F0EB26E8CCF}"/>
                </a:ext>
              </a:extLst>
            </p:cNvPr>
            <p:cNvSpPr/>
            <p:nvPr/>
          </p:nvSpPr>
          <p:spPr bwMode="auto">
            <a:xfrm>
              <a:off x="499610" y="5479872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DFB826E1-8921-F49C-AE48-512321B31C5C}"/>
                </a:ext>
              </a:extLst>
            </p:cNvPr>
            <p:cNvSpPr/>
            <p:nvPr/>
          </p:nvSpPr>
          <p:spPr bwMode="auto">
            <a:xfrm>
              <a:off x="1229096" y="5483875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grpSp>
          <p:nvGrpSpPr>
            <p:cNvPr id="163" name="Group 20">
              <a:extLst>
                <a:ext uri="{FF2B5EF4-FFF2-40B4-BE49-F238E27FC236}">
                  <a16:creationId xmlns:a16="http://schemas.microsoft.com/office/drawing/2014/main" id="{505AF63D-E35D-0390-D73C-8A25AB4B9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1342" y="5513878"/>
              <a:ext cx="693680" cy="765224"/>
              <a:chOff x="816" y="2016"/>
              <a:chExt cx="624" cy="624"/>
            </a:xfrm>
          </p:grpSpPr>
          <p:sp>
            <p:nvSpPr>
              <p:cNvPr id="164" name="Line 23">
                <a:extLst>
                  <a:ext uri="{FF2B5EF4-FFF2-40B4-BE49-F238E27FC236}">
                    <a16:creationId xmlns:a16="http://schemas.microsoft.com/office/drawing/2014/main" id="{161E54DA-598C-F402-FFE0-FD6B195F8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Line 24">
                <a:extLst>
                  <a:ext uri="{FF2B5EF4-FFF2-40B4-BE49-F238E27FC236}">
                    <a16:creationId xmlns:a16="http://schemas.microsoft.com/office/drawing/2014/main" id="{67A387E0-7091-190A-C76B-385384ECA3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Line 25">
                <a:extLst>
                  <a:ext uri="{FF2B5EF4-FFF2-40B4-BE49-F238E27FC236}">
                    <a16:creationId xmlns:a16="http://schemas.microsoft.com/office/drawing/2014/main" id="{3936E58F-8E57-6A5D-C398-6947FC0AD5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Line 26">
                <a:extLst>
                  <a:ext uri="{FF2B5EF4-FFF2-40B4-BE49-F238E27FC236}">
                    <a16:creationId xmlns:a16="http://schemas.microsoft.com/office/drawing/2014/main" id="{08E4D19C-E2C5-52BB-9963-0DE92DA05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B62EC22C-F852-15D7-27FB-9F458FCE94C7}"/>
                </a:ext>
              </a:extLst>
            </p:cNvPr>
            <p:cNvSpPr/>
            <p:nvPr/>
          </p:nvSpPr>
          <p:spPr bwMode="auto">
            <a:xfrm>
              <a:off x="2058460" y="545501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69" name="Oval 21">
              <a:extLst>
                <a:ext uri="{FF2B5EF4-FFF2-40B4-BE49-F238E27FC236}">
                  <a16:creationId xmlns:a16="http://schemas.microsoft.com/office/drawing/2014/main" id="{8C9F6B60-F5C6-22B2-BF3A-EBB746313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720" y="5094263"/>
              <a:ext cx="266800" cy="38178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8E3710C2-E47F-90D7-A1F2-8A12AC9C82D3}"/>
                </a:ext>
              </a:extLst>
            </p:cNvPr>
            <p:cNvSpPr txBox="1"/>
            <p:nvPr/>
          </p:nvSpPr>
          <p:spPr>
            <a:xfrm>
              <a:off x="2031404" y="630509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C972753-E055-CADA-51B8-36178F32A39F}"/>
              </a:ext>
            </a:extLst>
          </p:cNvPr>
          <p:cNvGrpSpPr/>
          <p:nvPr/>
        </p:nvGrpSpPr>
        <p:grpSpPr>
          <a:xfrm>
            <a:off x="6830478" y="3465223"/>
            <a:ext cx="2749700" cy="3291678"/>
            <a:chOff x="4918575" y="3479226"/>
            <a:chExt cx="2749700" cy="3291678"/>
          </a:xfrm>
        </p:grpSpPr>
        <p:grpSp>
          <p:nvGrpSpPr>
            <p:cNvPr id="171" name="Group 20">
              <a:extLst>
                <a:ext uri="{FF2B5EF4-FFF2-40B4-BE49-F238E27FC236}">
                  <a16:creationId xmlns:a16="http://schemas.microsoft.com/office/drawing/2014/main" id="{BA47F6E5-856C-BE9D-5AFF-84AD36849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8575" y="3546951"/>
              <a:ext cx="693680" cy="1118404"/>
              <a:chOff x="816" y="1728"/>
              <a:chExt cx="624" cy="912"/>
            </a:xfrm>
          </p:grpSpPr>
          <p:sp>
            <p:nvSpPr>
              <p:cNvPr id="172" name="Oval 21">
                <a:extLst>
                  <a:ext uri="{FF2B5EF4-FFF2-40B4-BE49-F238E27FC236}">
                    <a16:creationId xmlns:a16="http://schemas.microsoft.com/office/drawing/2014/main" id="{0D6FC897-04D5-D9DF-702C-DBC4EC92B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" name="Rectangle 22">
                <a:extLst>
                  <a:ext uri="{FF2B5EF4-FFF2-40B4-BE49-F238E27FC236}">
                    <a16:creationId xmlns:a16="http://schemas.microsoft.com/office/drawing/2014/main" id="{639A19E1-084C-1E6E-1807-6C17AC33B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74" name="Line 23">
                <a:extLst>
                  <a:ext uri="{FF2B5EF4-FFF2-40B4-BE49-F238E27FC236}">
                    <a16:creationId xmlns:a16="http://schemas.microsoft.com/office/drawing/2014/main" id="{BFDA3A5A-0F01-8B65-8C31-7E7320ABF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Line 24">
                <a:extLst>
                  <a:ext uri="{FF2B5EF4-FFF2-40B4-BE49-F238E27FC236}">
                    <a16:creationId xmlns:a16="http://schemas.microsoft.com/office/drawing/2014/main" id="{6813355A-6285-FBD9-4D93-99883E7C6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Line 25">
                <a:extLst>
                  <a:ext uri="{FF2B5EF4-FFF2-40B4-BE49-F238E27FC236}">
                    <a16:creationId xmlns:a16="http://schemas.microsoft.com/office/drawing/2014/main" id="{DD95502E-E7C9-5828-17DF-E27690D3E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Line 26">
                <a:extLst>
                  <a:ext uri="{FF2B5EF4-FFF2-40B4-BE49-F238E27FC236}">
                    <a16:creationId xmlns:a16="http://schemas.microsoft.com/office/drawing/2014/main" id="{98B9C8AC-4B8D-35D0-0BBF-549BAA54A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8" name="Group 20">
              <a:extLst>
                <a:ext uri="{FF2B5EF4-FFF2-40B4-BE49-F238E27FC236}">
                  <a16:creationId xmlns:a16="http://schemas.microsoft.com/office/drawing/2014/main" id="{6D365908-07BB-EE13-BC5A-44DF73847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6821" y="3554405"/>
              <a:ext cx="693680" cy="1118404"/>
              <a:chOff x="816" y="1728"/>
              <a:chExt cx="624" cy="912"/>
            </a:xfrm>
            <a:solidFill>
              <a:schemeClr val="bg1">
                <a:lumMod val="65000"/>
              </a:schemeClr>
            </a:solidFill>
          </p:grpSpPr>
          <p:sp>
            <p:nvSpPr>
              <p:cNvPr id="179" name="Oval 21">
                <a:extLst>
                  <a:ext uri="{FF2B5EF4-FFF2-40B4-BE49-F238E27FC236}">
                    <a16:creationId xmlns:a16="http://schemas.microsoft.com/office/drawing/2014/main" id="{E485DB32-C430-5B7E-D43E-6601C2460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Rectangle 22">
                <a:extLst>
                  <a:ext uri="{FF2B5EF4-FFF2-40B4-BE49-F238E27FC236}">
                    <a16:creationId xmlns:a16="http://schemas.microsoft.com/office/drawing/2014/main" id="{BB8C14A5-C58D-1C2D-C634-DA115CE98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1" name="Line 23">
                <a:extLst>
                  <a:ext uri="{FF2B5EF4-FFF2-40B4-BE49-F238E27FC236}">
                    <a16:creationId xmlns:a16="http://schemas.microsoft.com/office/drawing/2014/main" id="{9C317BF0-DBC1-F1FA-CC74-07D9192A0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Line 24">
                <a:extLst>
                  <a:ext uri="{FF2B5EF4-FFF2-40B4-BE49-F238E27FC236}">
                    <a16:creationId xmlns:a16="http://schemas.microsoft.com/office/drawing/2014/main" id="{2D20C301-9F38-9CE9-7FFB-C69D74952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Line 25">
                <a:extLst>
                  <a:ext uri="{FF2B5EF4-FFF2-40B4-BE49-F238E27FC236}">
                    <a16:creationId xmlns:a16="http://schemas.microsoft.com/office/drawing/2014/main" id="{9E5670E4-7444-C362-798E-B3DE4AA239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Line 26">
                <a:extLst>
                  <a:ext uri="{FF2B5EF4-FFF2-40B4-BE49-F238E27FC236}">
                    <a16:creationId xmlns:a16="http://schemas.microsoft.com/office/drawing/2014/main" id="{466E5002-C718-D298-55F9-E0B64A6C1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" name="Group 20">
              <a:extLst>
                <a:ext uri="{FF2B5EF4-FFF2-40B4-BE49-F238E27FC236}">
                  <a16:creationId xmlns:a16="http://schemas.microsoft.com/office/drawing/2014/main" id="{9A830F5E-75DA-5EF8-CAF0-BF1FFD086D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3495" y="3479226"/>
              <a:ext cx="693680" cy="1184626"/>
              <a:chOff x="816" y="1674"/>
              <a:chExt cx="624" cy="966"/>
            </a:xfrm>
          </p:grpSpPr>
          <p:sp>
            <p:nvSpPr>
              <p:cNvPr id="186" name="Oval 21">
                <a:extLst>
                  <a:ext uri="{FF2B5EF4-FFF2-40B4-BE49-F238E27FC236}">
                    <a16:creationId xmlns:a16="http://schemas.microsoft.com/office/drawing/2014/main" id="{E28C7248-FF2E-D12E-3F51-A93E9A846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1674"/>
                <a:ext cx="240" cy="345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7" name="Rectangle 22">
                <a:extLst>
                  <a:ext uri="{FF2B5EF4-FFF2-40B4-BE49-F238E27FC236}">
                    <a16:creationId xmlns:a16="http://schemas.microsoft.com/office/drawing/2014/main" id="{D0345F79-C084-7CD0-035C-870F6823E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35"/>
                <a:ext cx="231" cy="2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88" name="Line 23">
                <a:extLst>
                  <a:ext uri="{FF2B5EF4-FFF2-40B4-BE49-F238E27FC236}">
                    <a16:creationId xmlns:a16="http://schemas.microsoft.com/office/drawing/2014/main" id="{5A693D98-8A29-8888-5167-7EE37045B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Line 24">
                <a:extLst>
                  <a:ext uri="{FF2B5EF4-FFF2-40B4-BE49-F238E27FC236}">
                    <a16:creationId xmlns:a16="http://schemas.microsoft.com/office/drawing/2014/main" id="{06771887-9DE6-CA86-E88F-C116CCEBC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Line 25">
                <a:extLst>
                  <a:ext uri="{FF2B5EF4-FFF2-40B4-BE49-F238E27FC236}">
                    <a16:creationId xmlns:a16="http://schemas.microsoft.com/office/drawing/2014/main" id="{0BF58BBE-D905-5D7B-1D7D-F8C6C1099C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Line 26">
                <a:extLst>
                  <a:ext uri="{FF2B5EF4-FFF2-40B4-BE49-F238E27FC236}">
                    <a16:creationId xmlns:a16="http://schemas.microsoft.com/office/drawing/2014/main" id="{902F431F-CB3A-AC83-F682-BEA753294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2" name="Group 20">
              <a:extLst>
                <a:ext uri="{FF2B5EF4-FFF2-40B4-BE49-F238E27FC236}">
                  <a16:creationId xmlns:a16="http://schemas.microsoft.com/office/drawing/2014/main" id="{89F8096A-8C35-4546-0C06-2FEEEB2B7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74595" y="3846077"/>
              <a:ext cx="693680" cy="824087"/>
              <a:chOff x="816" y="1968"/>
              <a:chExt cx="624" cy="672"/>
            </a:xfrm>
          </p:grpSpPr>
          <p:sp>
            <p:nvSpPr>
              <p:cNvPr id="193" name="Rectangle 22">
                <a:extLst>
                  <a:ext uri="{FF2B5EF4-FFF2-40B4-BE49-F238E27FC236}">
                    <a16:creationId xmlns:a16="http://schemas.microsoft.com/office/drawing/2014/main" id="{09673490-12E9-0089-9E1C-9917626A2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4" name="Line 23">
                <a:extLst>
                  <a:ext uri="{FF2B5EF4-FFF2-40B4-BE49-F238E27FC236}">
                    <a16:creationId xmlns:a16="http://schemas.microsoft.com/office/drawing/2014/main" id="{B3E2F056-79F7-C570-E010-CDE6C5813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Line 24">
                <a:extLst>
                  <a:ext uri="{FF2B5EF4-FFF2-40B4-BE49-F238E27FC236}">
                    <a16:creationId xmlns:a16="http://schemas.microsoft.com/office/drawing/2014/main" id="{AB291C5D-AB82-33B2-87BB-A2E39B8A7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Line 25">
                <a:extLst>
                  <a:ext uri="{FF2B5EF4-FFF2-40B4-BE49-F238E27FC236}">
                    <a16:creationId xmlns:a16="http://schemas.microsoft.com/office/drawing/2014/main" id="{E732674A-3ACC-8190-EC6C-772871340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Line 26">
                <a:extLst>
                  <a:ext uri="{FF2B5EF4-FFF2-40B4-BE49-F238E27FC236}">
                    <a16:creationId xmlns:a16="http://schemas.microsoft.com/office/drawing/2014/main" id="{5F2972CC-E015-FAEE-5168-EE93E4A25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8" name="Group 20">
              <a:extLst>
                <a:ext uri="{FF2B5EF4-FFF2-40B4-BE49-F238E27FC236}">
                  <a16:creationId xmlns:a16="http://schemas.microsoft.com/office/drawing/2014/main" id="{730A53D3-60C8-107C-7540-1CF2744998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4086" y="5180097"/>
              <a:ext cx="693680" cy="1118404"/>
              <a:chOff x="816" y="1728"/>
              <a:chExt cx="624" cy="912"/>
            </a:xfrm>
          </p:grpSpPr>
          <p:sp>
            <p:nvSpPr>
              <p:cNvPr id="199" name="Oval 21">
                <a:extLst>
                  <a:ext uri="{FF2B5EF4-FFF2-40B4-BE49-F238E27FC236}">
                    <a16:creationId xmlns:a16="http://schemas.microsoft.com/office/drawing/2014/main" id="{523402F0-4E07-0A8C-C403-F12A28F7A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0" name="Line 23">
                <a:extLst>
                  <a:ext uri="{FF2B5EF4-FFF2-40B4-BE49-F238E27FC236}">
                    <a16:creationId xmlns:a16="http://schemas.microsoft.com/office/drawing/2014/main" id="{CA140FBE-3D2C-C78F-7B95-431D935EB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Line 24">
                <a:extLst>
                  <a:ext uri="{FF2B5EF4-FFF2-40B4-BE49-F238E27FC236}">
                    <a16:creationId xmlns:a16="http://schemas.microsoft.com/office/drawing/2014/main" id="{D31A432F-F02D-CFD6-5C35-82103B2FB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Line 25">
                <a:extLst>
                  <a:ext uri="{FF2B5EF4-FFF2-40B4-BE49-F238E27FC236}">
                    <a16:creationId xmlns:a16="http://schemas.microsoft.com/office/drawing/2014/main" id="{011BF56B-0C02-D0D4-8B65-5B50DF5905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Line 26">
                <a:extLst>
                  <a:ext uri="{FF2B5EF4-FFF2-40B4-BE49-F238E27FC236}">
                    <a16:creationId xmlns:a16="http://schemas.microsoft.com/office/drawing/2014/main" id="{673A8240-AF5E-253D-AFB0-EFF556A5B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4" name="Triangle 203">
              <a:extLst>
                <a:ext uri="{FF2B5EF4-FFF2-40B4-BE49-F238E27FC236}">
                  <a16:creationId xmlns:a16="http://schemas.microsoft.com/office/drawing/2014/main" id="{BBAA3565-71DA-1700-0212-DFB1468640A9}"/>
                </a:ext>
              </a:extLst>
            </p:cNvPr>
            <p:cNvSpPr/>
            <p:nvPr/>
          </p:nvSpPr>
          <p:spPr bwMode="auto">
            <a:xfrm>
              <a:off x="7162119" y="358688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05" name="Rectangle 22">
              <a:extLst>
                <a:ext uri="{FF2B5EF4-FFF2-40B4-BE49-F238E27FC236}">
                  <a16:creationId xmlns:a16="http://schemas.microsoft.com/office/drawing/2014/main" id="{4010C916-7AE0-2E63-C77B-D53D800FA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5246" y="5489202"/>
              <a:ext cx="266800" cy="4120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BA5BA35-A30B-FBE9-6450-E593FE6F62AE}"/>
                </a:ext>
              </a:extLst>
            </p:cNvPr>
            <p:cNvSpPr txBox="1"/>
            <p:nvPr/>
          </p:nvSpPr>
          <p:spPr>
            <a:xfrm>
              <a:off x="6438152" y="4714312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A0ED61F9-2D91-25FD-6B5F-4880BECE125D}"/>
                </a:ext>
              </a:extLst>
            </p:cNvPr>
            <p:cNvSpPr txBox="1"/>
            <p:nvPr/>
          </p:nvSpPr>
          <p:spPr>
            <a:xfrm>
              <a:off x="5752284" y="476061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C9EA8A2-AA65-B056-18A9-8DFF53CA70A9}"/>
                </a:ext>
              </a:extLst>
            </p:cNvPr>
            <p:cNvSpPr txBox="1"/>
            <p:nvPr/>
          </p:nvSpPr>
          <p:spPr>
            <a:xfrm>
              <a:off x="7164973" y="473715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1F923645-D4D3-65B1-76CC-76F60D586083}"/>
                </a:ext>
              </a:extLst>
            </p:cNvPr>
            <p:cNvSpPr txBox="1"/>
            <p:nvPr/>
          </p:nvSpPr>
          <p:spPr>
            <a:xfrm>
              <a:off x="6602500" y="637079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3F01B700-CE47-9936-5D6A-5B02630C1878}"/>
                </a:ext>
              </a:extLst>
            </p:cNvPr>
            <p:cNvSpPr txBox="1"/>
            <p:nvPr/>
          </p:nvSpPr>
          <p:spPr>
            <a:xfrm>
              <a:off x="5115826" y="475505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grpSp>
          <p:nvGrpSpPr>
            <p:cNvPr id="211" name="Group 20">
              <a:extLst>
                <a:ext uri="{FF2B5EF4-FFF2-40B4-BE49-F238E27FC236}">
                  <a16:creationId xmlns:a16="http://schemas.microsoft.com/office/drawing/2014/main" id="{0B69BE80-BD2B-E8DF-B398-DA30351313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4561" y="5154736"/>
              <a:ext cx="693680" cy="1118404"/>
              <a:chOff x="816" y="1728"/>
              <a:chExt cx="624" cy="912"/>
            </a:xfrm>
          </p:grpSpPr>
          <p:sp>
            <p:nvSpPr>
              <p:cNvPr id="212" name="Oval 21">
                <a:extLst>
                  <a:ext uri="{FF2B5EF4-FFF2-40B4-BE49-F238E27FC236}">
                    <a16:creationId xmlns:a16="http://schemas.microsoft.com/office/drawing/2014/main" id="{0357AF9B-11EC-C1E9-3128-2C0A21CC7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3" name="Rectangle 22">
                <a:extLst>
                  <a:ext uri="{FF2B5EF4-FFF2-40B4-BE49-F238E27FC236}">
                    <a16:creationId xmlns:a16="http://schemas.microsoft.com/office/drawing/2014/main" id="{87BEDECF-B4B5-2BA7-657E-BF01259EC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" name="Line 23">
                <a:extLst>
                  <a:ext uri="{FF2B5EF4-FFF2-40B4-BE49-F238E27FC236}">
                    <a16:creationId xmlns:a16="http://schemas.microsoft.com/office/drawing/2014/main" id="{FBD3BE60-DDFE-1F5F-2B52-8E28F2013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Line 24">
                <a:extLst>
                  <a:ext uri="{FF2B5EF4-FFF2-40B4-BE49-F238E27FC236}">
                    <a16:creationId xmlns:a16="http://schemas.microsoft.com/office/drawing/2014/main" id="{D4260F9A-6908-0070-D413-172E0E24B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Line 25">
                <a:extLst>
                  <a:ext uri="{FF2B5EF4-FFF2-40B4-BE49-F238E27FC236}">
                    <a16:creationId xmlns:a16="http://schemas.microsoft.com/office/drawing/2014/main" id="{1EA86BA1-231A-43C2-C114-B78E5C3A2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Line 26">
                <a:extLst>
                  <a:ext uri="{FF2B5EF4-FFF2-40B4-BE49-F238E27FC236}">
                    <a16:creationId xmlns:a16="http://schemas.microsoft.com/office/drawing/2014/main" id="{E81D9A8C-F26D-F203-4C3C-08925F64A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851B049A-F397-E06A-641F-CEFE875C835B}"/>
                </a:ext>
              </a:extLst>
            </p:cNvPr>
            <p:cNvSpPr txBox="1"/>
            <p:nvPr/>
          </p:nvSpPr>
          <p:spPr>
            <a:xfrm>
              <a:off x="5505242" y="6354650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415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1" grpId="0"/>
      <p:bldP spid="1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7C79-1B59-13F8-98D0-91172A17E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1884" y="2957543"/>
            <a:ext cx="3948617" cy="603544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What about </a:t>
            </a:r>
            <a:r>
              <a:rPr lang="en-US" sz="2400" dirty="0" err="1"/>
              <a:t>BodyShading</a:t>
            </a:r>
            <a:r>
              <a:rPr lang="en-US" sz="2400" dirty="0"/>
              <a:t>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E666F9-7732-4906-E2DB-993B4BD3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Separating Classes</a:t>
            </a:r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D582A43-78E0-292D-E3E3-62EEE53BED4A}"/>
              </a:ext>
            </a:extLst>
          </p:cNvPr>
          <p:cNvGrpSpPr/>
          <p:nvPr/>
        </p:nvGrpSpPr>
        <p:grpSpPr>
          <a:xfrm>
            <a:off x="1981200" y="1053334"/>
            <a:ext cx="8314184" cy="1711960"/>
            <a:chOff x="457200" y="1053333"/>
            <a:chExt cx="8314184" cy="1711960"/>
          </a:xfrm>
        </p:grpSpPr>
        <p:grpSp>
          <p:nvGrpSpPr>
            <p:cNvPr id="5" name="Group 20">
              <a:extLst>
                <a:ext uri="{FF2B5EF4-FFF2-40B4-BE49-F238E27FC236}">
                  <a16:creationId xmlns:a16="http://schemas.microsoft.com/office/drawing/2014/main" id="{4035DEBE-071A-37F5-DB97-F5CB4ED3AA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1136122"/>
              <a:ext cx="693680" cy="1118404"/>
              <a:chOff x="816" y="1728"/>
              <a:chExt cx="624" cy="912"/>
            </a:xfrm>
          </p:grpSpPr>
          <p:sp>
            <p:nvSpPr>
              <p:cNvPr id="6" name="Oval 21">
                <a:extLst>
                  <a:ext uri="{FF2B5EF4-FFF2-40B4-BE49-F238E27FC236}">
                    <a16:creationId xmlns:a16="http://schemas.microsoft.com/office/drawing/2014/main" id="{4BBF5738-D4FA-8755-B081-95C717D26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23">
                <a:extLst>
                  <a:ext uri="{FF2B5EF4-FFF2-40B4-BE49-F238E27FC236}">
                    <a16:creationId xmlns:a16="http://schemas.microsoft.com/office/drawing/2014/main" id="{03A5B383-672A-EFDC-E393-64B1AE16B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Line 24">
                <a:extLst>
                  <a:ext uri="{FF2B5EF4-FFF2-40B4-BE49-F238E27FC236}">
                    <a16:creationId xmlns:a16="http://schemas.microsoft.com/office/drawing/2014/main" id="{B140FC41-B126-2207-8EC8-7A3D68D33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Line 25">
                <a:extLst>
                  <a:ext uri="{FF2B5EF4-FFF2-40B4-BE49-F238E27FC236}">
                    <a16:creationId xmlns:a16="http://schemas.microsoft.com/office/drawing/2014/main" id="{8E330148-87FE-03A8-4BD2-B3C574E36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Line 26">
                <a:extLst>
                  <a:ext uri="{FF2B5EF4-FFF2-40B4-BE49-F238E27FC236}">
                    <a16:creationId xmlns:a16="http://schemas.microsoft.com/office/drawing/2014/main" id="{871042F8-E6CE-E0A4-9040-D5973E8B1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7CB57886-F55B-82FD-1180-49F0972006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4385" y="1489303"/>
              <a:ext cx="693680" cy="765224"/>
              <a:chOff x="816" y="2016"/>
              <a:chExt cx="624" cy="624"/>
            </a:xfrm>
          </p:grpSpPr>
          <p:sp>
            <p:nvSpPr>
              <p:cNvPr id="12" name="Line 23">
                <a:extLst>
                  <a:ext uri="{FF2B5EF4-FFF2-40B4-BE49-F238E27FC236}">
                    <a16:creationId xmlns:a16="http://schemas.microsoft.com/office/drawing/2014/main" id="{29018B34-75D1-D2BE-A636-5075EFFF2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24">
                <a:extLst>
                  <a:ext uri="{FF2B5EF4-FFF2-40B4-BE49-F238E27FC236}">
                    <a16:creationId xmlns:a16="http://schemas.microsoft.com/office/drawing/2014/main" id="{7B0FB3CB-8606-FACB-6BF7-51B741081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Line 25">
                <a:extLst>
                  <a:ext uri="{FF2B5EF4-FFF2-40B4-BE49-F238E27FC236}">
                    <a16:creationId xmlns:a16="http://schemas.microsoft.com/office/drawing/2014/main" id="{8D7D32D2-4D02-AD00-7D76-B09C26796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26">
                <a:extLst>
                  <a:ext uri="{FF2B5EF4-FFF2-40B4-BE49-F238E27FC236}">
                    <a16:creationId xmlns:a16="http://schemas.microsoft.com/office/drawing/2014/main" id="{8776B13C-B5B0-7CA2-3FF5-511C8EA4C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20">
              <a:extLst>
                <a:ext uri="{FF2B5EF4-FFF2-40B4-BE49-F238E27FC236}">
                  <a16:creationId xmlns:a16="http://schemas.microsoft.com/office/drawing/2014/main" id="{75BCE530-358A-50EC-D4C4-96E8EC751D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642" y="1138261"/>
              <a:ext cx="693680" cy="1118404"/>
              <a:chOff x="816" y="1728"/>
              <a:chExt cx="624" cy="912"/>
            </a:xfrm>
          </p:grpSpPr>
          <p:sp>
            <p:nvSpPr>
              <p:cNvPr id="17" name="Oval 21">
                <a:extLst>
                  <a:ext uri="{FF2B5EF4-FFF2-40B4-BE49-F238E27FC236}">
                    <a16:creationId xmlns:a16="http://schemas.microsoft.com/office/drawing/2014/main" id="{60927473-71DF-6CE0-CAD2-FF2E34DA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Rectangle 22">
                <a:extLst>
                  <a:ext uri="{FF2B5EF4-FFF2-40B4-BE49-F238E27FC236}">
                    <a16:creationId xmlns:a16="http://schemas.microsoft.com/office/drawing/2014/main" id="{7A03248F-BBF0-F13E-ED90-D0EC2379D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23">
                <a:extLst>
                  <a:ext uri="{FF2B5EF4-FFF2-40B4-BE49-F238E27FC236}">
                    <a16:creationId xmlns:a16="http://schemas.microsoft.com/office/drawing/2014/main" id="{9E11F0FF-7C99-A6A4-4E3D-A55D500C72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24">
                <a:extLst>
                  <a:ext uri="{FF2B5EF4-FFF2-40B4-BE49-F238E27FC236}">
                    <a16:creationId xmlns:a16="http://schemas.microsoft.com/office/drawing/2014/main" id="{E36E34F6-3403-227E-B35F-BC298E79B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5">
                <a:extLst>
                  <a:ext uri="{FF2B5EF4-FFF2-40B4-BE49-F238E27FC236}">
                    <a16:creationId xmlns:a16="http://schemas.microsoft.com/office/drawing/2014/main" id="{AFFAE94D-9A95-7826-2BD6-DB6D882D7E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26">
                <a:extLst>
                  <a:ext uri="{FF2B5EF4-FFF2-40B4-BE49-F238E27FC236}">
                    <a16:creationId xmlns:a16="http://schemas.microsoft.com/office/drawing/2014/main" id="{2A1D856E-853F-6538-5019-889BD2385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20">
              <a:extLst>
                <a:ext uri="{FF2B5EF4-FFF2-40B4-BE49-F238E27FC236}">
                  <a16:creationId xmlns:a16="http://schemas.microsoft.com/office/drawing/2014/main" id="{ED6929D2-45EA-8E13-D61E-B2CAD51B2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888" y="1145715"/>
              <a:ext cx="693680" cy="1118404"/>
              <a:chOff x="816" y="1728"/>
              <a:chExt cx="624" cy="912"/>
            </a:xfrm>
            <a:solidFill>
              <a:schemeClr val="bg1">
                <a:lumMod val="65000"/>
              </a:schemeClr>
            </a:solidFill>
          </p:grpSpPr>
          <p:sp>
            <p:nvSpPr>
              <p:cNvPr id="24" name="Oval 21">
                <a:extLst>
                  <a:ext uri="{FF2B5EF4-FFF2-40B4-BE49-F238E27FC236}">
                    <a16:creationId xmlns:a16="http://schemas.microsoft.com/office/drawing/2014/main" id="{17037A21-BBD9-9444-9204-7CD23F526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Rectangle 22">
                <a:extLst>
                  <a:ext uri="{FF2B5EF4-FFF2-40B4-BE49-F238E27FC236}">
                    <a16:creationId xmlns:a16="http://schemas.microsoft.com/office/drawing/2014/main" id="{EC975282-6EE2-B329-749C-636F986B2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A58C3A2C-CE70-48E9-C9FC-FD6B7CF1C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D9CC58A0-296C-CACE-703D-0183ABDC9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91E58D42-43E4-E250-E457-DE85EAD09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26">
                <a:extLst>
                  <a:ext uri="{FF2B5EF4-FFF2-40B4-BE49-F238E27FC236}">
                    <a16:creationId xmlns:a16="http://schemas.microsoft.com/office/drawing/2014/main" id="{04380D9D-AC98-0796-A1EB-9AC6FCE72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20">
              <a:extLst>
                <a:ext uri="{FF2B5EF4-FFF2-40B4-BE49-F238E27FC236}">
                  <a16:creationId xmlns:a16="http://schemas.microsoft.com/office/drawing/2014/main" id="{4BDC35C3-9511-BA57-39F1-6A07AEA40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562" y="1199299"/>
              <a:ext cx="693680" cy="1055862"/>
              <a:chOff x="816" y="1779"/>
              <a:chExt cx="624" cy="861"/>
            </a:xfrm>
          </p:grpSpPr>
          <p:sp>
            <p:nvSpPr>
              <p:cNvPr id="31" name="Oval 21">
                <a:extLst>
                  <a:ext uri="{FF2B5EF4-FFF2-40B4-BE49-F238E27FC236}">
                    <a16:creationId xmlns:a16="http://schemas.microsoft.com/office/drawing/2014/main" id="{8309FC1A-8D26-C1A5-DE0E-546E64B81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1779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0E8C807E-BA7E-650F-5C28-046A046B9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35"/>
                <a:ext cx="231" cy="2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3" name="Line 23">
                <a:extLst>
                  <a:ext uri="{FF2B5EF4-FFF2-40B4-BE49-F238E27FC236}">
                    <a16:creationId xmlns:a16="http://schemas.microsoft.com/office/drawing/2014/main" id="{4587B63C-D9CD-19D8-75A0-12C7C66AD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4">
                <a:extLst>
                  <a:ext uri="{FF2B5EF4-FFF2-40B4-BE49-F238E27FC236}">
                    <a16:creationId xmlns:a16="http://schemas.microsoft.com/office/drawing/2014/main" id="{470CBDF1-79B3-9D62-6863-01C6448A8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5">
                <a:extLst>
                  <a:ext uri="{FF2B5EF4-FFF2-40B4-BE49-F238E27FC236}">
                    <a16:creationId xmlns:a16="http://schemas.microsoft.com/office/drawing/2014/main" id="{25983D1C-9AB0-8BD7-8F3B-64B8D039F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26">
                <a:extLst>
                  <a:ext uri="{FF2B5EF4-FFF2-40B4-BE49-F238E27FC236}">
                    <a16:creationId xmlns:a16="http://schemas.microsoft.com/office/drawing/2014/main" id="{2A1371BD-EE56-244C-7B9C-64E8D95F0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20">
              <a:extLst>
                <a:ext uri="{FF2B5EF4-FFF2-40B4-BE49-F238E27FC236}">
                  <a16:creationId xmlns:a16="http://schemas.microsoft.com/office/drawing/2014/main" id="{068B59BC-AC91-27C2-FCE6-0CB76105A3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9662" y="1437387"/>
              <a:ext cx="693680" cy="824087"/>
              <a:chOff x="816" y="1968"/>
              <a:chExt cx="624" cy="672"/>
            </a:xfrm>
          </p:grpSpPr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BE0C2891-B4A1-0680-12D7-A156BFE19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2B70309A-31BA-510B-B779-D18A6A964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24">
                <a:extLst>
                  <a:ext uri="{FF2B5EF4-FFF2-40B4-BE49-F238E27FC236}">
                    <a16:creationId xmlns:a16="http://schemas.microsoft.com/office/drawing/2014/main" id="{DE7F7161-E23F-AFA5-66BA-2155BAD86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25">
                <a:extLst>
                  <a:ext uri="{FF2B5EF4-FFF2-40B4-BE49-F238E27FC236}">
                    <a16:creationId xmlns:a16="http://schemas.microsoft.com/office/drawing/2014/main" id="{2D55D92A-18BA-C040-20CB-4C88F8658F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26">
                <a:extLst>
                  <a:ext uri="{FF2B5EF4-FFF2-40B4-BE49-F238E27FC236}">
                    <a16:creationId xmlns:a16="http://schemas.microsoft.com/office/drawing/2014/main" id="{AC465F39-C174-08F2-B633-04C519D061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" name="Group 20">
              <a:extLst>
                <a:ext uri="{FF2B5EF4-FFF2-40B4-BE49-F238E27FC236}">
                  <a16:creationId xmlns:a16="http://schemas.microsoft.com/office/drawing/2014/main" id="{5CB46C5D-4B27-B499-2B2E-015C1C2CB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8085" y="1161227"/>
              <a:ext cx="693680" cy="1118404"/>
              <a:chOff x="816" y="1728"/>
              <a:chExt cx="624" cy="912"/>
            </a:xfrm>
          </p:grpSpPr>
          <p:sp>
            <p:nvSpPr>
              <p:cNvPr id="44" name="Oval 21">
                <a:extLst>
                  <a:ext uri="{FF2B5EF4-FFF2-40B4-BE49-F238E27FC236}">
                    <a16:creationId xmlns:a16="http://schemas.microsoft.com/office/drawing/2014/main" id="{32F10B38-6C6B-350A-4E58-149A48302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23">
                <a:extLst>
                  <a:ext uri="{FF2B5EF4-FFF2-40B4-BE49-F238E27FC236}">
                    <a16:creationId xmlns:a16="http://schemas.microsoft.com/office/drawing/2014/main" id="{7ADEF107-D6C6-5B2C-78AB-39A6088E2C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24">
                <a:extLst>
                  <a:ext uri="{FF2B5EF4-FFF2-40B4-BE49-F238E27FC236}">
                    <a16:creationId xmlns:a16="http://schemas.microsoft.com/office/drawing/2014/main" id="{9DED1AA9-CF99-E4B0-2D33-C130B47BE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25">
                <a:extLst>
                  <a:ext uri="{FF2B5EF4-FFF2-40B4-BE49-F238E27FC236}">
                    <a16:creationId xmlns:a16="http://schemas.microsoft.com/office/drawing/2014/main" id="{EEBAE3D1-6424-0C2F-82D6-A8E920095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26">
                <a:extLst>
                  <a:ext uri="{FF2B5EF4-FFF2-40B4-BE49-F238E27FC236}">
                    <a16:creationId xmlns:a16="http://schemas.microsoft.com/office/drawing/2014/main" id="{FF233BCD-88C2-99F7-8682-C410B36F4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20">
              <a:extLst>
                <a:ext uri="{FF2B5EF4-FFF2-40B4-BE49-F238E27FC236}">
                  <a16:creationId xmlns:a16="http://schemas.microsoft.com/office/drawing/2014/main" id="{A14EA5EC-7B3E-B1FC-C758-240D69367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5984" y="1053333"/>
              <a:ext cx="693680" cy="1212830"/>
              <a:chOff x="816" y="1651"/>
              <a:chExt cx="624" cy="989"/>
            </a:xfrm>
          </p:grpSpPr>
          <p:sp>
            <p:nvSpPr>
              <p:cNvPr id="50" name="Oval 21">
                <a:extLst>
                  <a:ext uri="{FF2B5EF4-FFF2-40B4-BE49-F238E27FC236}">
                    <a16:creationId xmlns:a16="http://schemas.microsoft.com/office/drawing/2014/main" id="{3B545EEC-E3D1-C7CE-9C6B-1A0965AF4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1651"/>
                <a:ext cx="240" cy="27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Line 23">
                <a:extLst>
                  <a:ext uri="{FF2B5EF4-FFF2-40B4-BE49-F238E27FC236}">
                    <a16:creationId xmlns:a16="http://schemas.microsoft.com/office/drawing/2014/main" id="{FC077F6F-4698-4462-4EB0-4ECC8901B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24">
                <a:extLst>
                  <a:ext uri="{FF2B5EF4-FFF2-40B4-BE49-F238E27FC236}">
                    <a16:creationId xmlns:a16="http://schemas.microsoft.com/office/drawing/2014/main" id="{CC30D4E7-443B-CAA7-4063-9159C530C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3" name="Line 25">
                <a:extLst>
                  <a:ext uri="{FF2B5EF4-FFF2-40B4-BE49-F238E27FC236}">
                    <a16:creationId xmlns:a16="http://schemas.microsoft.com/office/drawing/2014/main" id="{420659B7-3D1F-C0B9-FF60-63176AFA5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Line 26">
                <a:extLst>
                  <a:ext uri="{FF2B5EF4-FFF2-40B4-BE49-F238E27FC236}">
                    <a16:creationId xmlns:a16="http://schemas.microsoft.com/office/drawing/2014/main" id="{BA7C55B5-08AA-71B0-E412-9988E7721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oup 20">
              <a:extLst>
                <a:ext uri="{FF2B5EF4-FFF2-40B4-BE49-F238E27FC236}">
                  <a16:creationId xmlns:a16="http://schemas.microsoft.com/office/drawing/2014/main" id="{163A6D7F-2029-100E-039F-488D88317D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6919" y="1514408"/>
              <a:ext cx="693680" cy="765224"/>
              <a:chOff x="816" y="2016"/>
              <a:chExt cx="624" cy="624"/>
            </a:xfrm>
          </p:grpSpPr>
          <p:sp>
            <p:nvSpPr>
              <p:cNvPr id="56" name="Line 23">
                <a:extLst>
                  <a:ext uri="{FF2B5EF4-FFF2-40B4-BE49-F238E27FC236}">
                    <a16:creationId xmlns:a16="http://schemas.microsoft.com/office/drawing/2014/main" id="{12C9CB5F-E82E-18AC-AFC1-51B3F1936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4">
                <a:extLst>
                  <a:ext uri="{FF2B5EF4-FFF2-40B4-BE49-F238E27FC236}">
                    <a16:creationId xmlns:a16="http://schemas.microsoft.com/office/drawing/2014/main" id="{0A414865-87E4-893E-C6B4-B04E857CA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25">
                <a:extLst>
                  <a:ext uri="{FF2B5EF4-FFF2-40B4-BE49-F238E27FC236}">
                    <a16:creationId xmlns:a16="http://schemas.microsoft.com/office/drawing/2014/main" id="{FADDDB40-A448-EA20-9D86-7A37AB3D4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26">
                <a:extLst>
                  <a:ext uri="{FF2B5EF4-FFF2-40B4-BE49-F238E27FC236}">
                    <a16:creationId xmlns:a16="http://schemas.microsoft.com/office/drawing/2014/main" id="{A0321CAD-8D0F-89C8-CDB9-5D98C3DA6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" name="Group 20">
              <a:extLst>
                <a:ext uri="{FF2B5EF4-FFF2-40B4-BE49-F238E27FC236}">
                  <a16:creationId xmlns:a16="http://schemas.microsoft.com/office/drawing/2014/main" id="{E76D76D4-DDCA-D044-8F67-6D348D2B7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76913" y="1165269"/>
              <a:ext cx="693680" cy="1118404"/>
              <a:chOff x="816" y="1728"/>
              <a:chExt cx="624" cy="912"/>
            </a:xfrm>
          </p:grpSpPr>
          <p:sp>
            <p:nvSpPr>
              <p:cNvPr id="61" name="Oval 21">
                <a:extLst>
                  <a:ext uri="{FF2B5EF4-FFF2-40B4-BE49-F238E27FC236}">
                    <a16:creationId xmlns:a16="http://schemas.microsoft.com/office/drawing/2014/main" id="{D17F6A03-D5AC-7C8F-176E-F98CAFF5C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Rectangle 22">
                <a:extLst>
                  <a:ext uri="{FF2B5EF4-FFF2-40B4-BE49-F238E27FC236}">
                    <a16:creationId xmlns:a16="http://schemas.microsoft.com/office/drawing/2014/main" id="{15C2507D-2DD6-1945-6EB2-23A6DDDBB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3" name="Line 23">
                <a:extLst>
                  <a:ext uri="{FF2B5EF4-FFF2-40B4-BE49-F238E27FC236}">
                    <a16:creationId xmlns:a16="http://schemas.microsoft.com/office/drawing/2014/main" id="{736FA359-D4D9-BBE0-F747-169672F79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24">
                <a:extLst>
                  <a:ext uri="{FF2B5EF4-FFF2-40B4-BE49-F238E27FC236}">
                    <a16:creationId xmlns:a16="http://schemas.microsoft.com/office/drawing/2014/main" id="{2E805CDE-0F62-C200-724D-8E7FB730F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25">
                <a:extLst>
                  <a:ext uri="{FF2B5EF4-FFF2-40B4-BE49-F238E27FC236}">
                    <a16:creationId xmlns:a16="http://schemas.microsoft.com/office/drawing/2014/main" id="{C9B584DA-4668-C513-DFCE-5BFF0413F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Line 26">
                <a:extLst>
                  <a:ext uri="{FF2B5EF4-FFF2-40B4-BE49-F238E27FC236}">
                    <a16:creationId xmlns:a16="http://schemas.microsoft.com/office/drawing/2014/main" id="{96050491-3921-6B7F-7F5C-506FC7770D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oup 20">
              <a:extLst>
                <a:ext uri="{FF2B5EF4-FFF2-40B4-BE49-F238E27FC236}">
                  <a16:creationId xmlns:a16="http://schemas.microsoft.com/office/drawing/2014/main" id="{283EECF0-7C97-F862-2AAF-3B40C360DF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3221" y="1504946"/>
              <a:ext cx="693680" cy="765224"/>
              <a:chOff x="816" y="2016"/>
              <a:chExt cx="624" cy="624"/>
            </a:xfrm>
          </p:grpSpPr>
          <p:sp>
            <p:nvSpPr>
              <p:cNvPr id="68" name="Line 23">
                <a:extLst>
                  <a:ext uri="{FF2B5EF4-FFF2-40B4-BE49-F238E27FC236}">
                    <a16:creationId xmlns:a16="http://schemas.microsoft.com/office/drawing/2014/main" id="{4C468E20-95E9-CC37-8396-84D828081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Line 24">
                <a:extLst>
                  <a:ext uri="{FF2B5EF4-FFF2-40B4-BE49-F238E27FC236}">
                    <a16:creationId xmlns:a16="http://schemas.microsoft.com/office/drawing/2014/main" id="{4DEC2D2B-9EE1-F018-EBE5-040228A89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25">
                <a:extLst>
                  <a:ext uri="{FF2B5EF4-FFF2-40B4-BE49-F238E27FC236}">
                    <a16:creationId xmlns:a16="http://schemas.microsoft.com/office/drawing/2014/main" id="{85354DE1-0D62-B59A-E815-901FF6EAE0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26">
                <a:extLst>
                  <a:ext uri="{FF2B5EF4-FFF2-40B4-BE49-F238E27FC236}">
                    <a16:creationId xmlns:a16="http://schemas.microsoft.com/office/drawing/2014/main" id="{BE24B146-76E4-B91A-534A-D6240238B2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" name="Group 20">
              <a:extLst>
                <a:ext uri="{FF2B5EF4-FFF2-40B4-BE49-F238E27FC236}">
                  <a16:creationId xmlns:a16="http://schemas.microsoft.com/office/drawing/2014/main" id="{CF7DDF2B-18D0-E45D-FD2A-3DC5498F8B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6337" y="1143215"/>
              <a:ext cx="1205047" cy="1115951"/>
              <a:chOff x="356" y="1730"/>
              <a:chExt cx="1084" cy="910"/>
            </a:xfrm>
          </p:grpSpPr>
          <p:sp>
            <p:nvSpPr>
              <p:cNvPr id="73" name="Oval 21">
                <a:extLst>
                  <a:ext uri="{FF2B5EF4-FFF2-40B4-BE49-F238E27FC236}">
                    <a16:creationId xmlns:a16="http://schemas.microsoft.com/office/drawing/2014/main" id="{C24141E5-59B2-35ED-42EC-1418BE4C9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" y="1730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Line 23">
                <a:extLst>
                  <a:ext uri="{FF2B5EF4-FFF2-40B4-BE49-F238E27FC236}">
                    <a16:creationId xmlns:a16="http://schemas.microsoft.com/office/drawing/2014/main" id="{A55E5580-9000-4E6F-158A-22F779C22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4">
                <a:extLst>
                  <a:ext uri="{FF2B5EF4-FFF2-40B4-BE49-F238E27FC236}">
                    <a16:creationId xmlns:a16="http://schemas.microsoft.com/office/drawing/2014/main" id="{9EA754BB-70B3-BD47-371C-710D8192A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25">
                <a:extLst>
                  <a:ext uri="{FF2B5EF4-FFF2-40B4-BE49-F238E27FC236}">
                    <a16:creationId xmlns:a16="http://schemas.microsoft.com/office/drawing/2014/main" id="{080C9ECE-3E62-FB3D-438F-8D0A597ED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26">
                <a:extLst>
                  <a:ext uri="{FF2B5EF4-FFF2-40B4-BE49-F238E27FC236}">
                    <a16:creationId xmlns:a16="http://schemas.microsoft.com/office/drawing/2014/main" id="{4CF142DD-D11C-F67C-D2C2-D0390D547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8" name="Triangle 77">
              <a:extLst>
                <a:ext uri="{FF2B5EF4-FFF2-40B4-BE49-F238E27FC236}">
                  <a16:creationId xmlns:a16="http://schemas.microsoft.com/office/drawing/2014/main" id="{7CE273B8-F77B-B67A-B8BD-BD3B951E13E8}"/>
                </a:ext>
              </a:extLst>
            </p:cNvPr>
            <p:cNvSpPr/>
            <p:nvPr/>
          </p:nvSpPr>
          <p:spPr bwMode="auto">
            <a:xfrm>
              <a:off x="4087186" y="117819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79" name="Triangle 78">
              <a:extLst>
                <a:ext uri="{FF2B5EF4-FFF2-40B4-BE49-F238E27FC236}">
                  <a16:creationId xmlns:a16="http://schemas.microsoft.com/office/drawing/2014/main" id="{2BE8C664-A3A4-E238-15AD-16309CB85D72}"/>
                </a:ext>
              </a:extLst>
            </p:cNvPr>
            <p:cNvSpPr/>
            <p:nvPr/>
          </p:nvSpPr>
          <p:spPr bwMode="auto">
            <a:xfrm>
              <a:off x="8272724" y="1218084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184D513-D94D-138F-1007-3997F14560B2}"/>
                </a:ext>
              </a:extLst>
            </p:cNvPr>
            <p:cNvSpPr/>
            <p:nvPr/>
          </p:nvSpPr>
          <p:spPr bwMode="auto">
            <a:xfrm>
              <a:off x="660024" y="1438119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A13A86F-630F-0A6E-A0CF-4C48CAE8500F}"/>
                </a:ext>
              </a:extLst>
            </p:cNvPr>
            <p:cNvSpPr/>
            <p:nvPr/>
          </p:nvSpPr>
          <p:spPr bwMode="auto">
            <a:xfrm>
              <a:off x="1352849" y="1346770"/>
              <a:ext cx="319872" cy="5332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A20EF84-499A-73FD-5BFE-8CD1F8A03609}"/>
                </a:ext>
              </a:extLst>
            </p:cNvPr>
            <p:cNvSpPr/>
            <p:nvPr/>
          </p:nvSpPr>
          <p:spPr bwMode="auto">
            <a:xfrm>
              <a:off x="5463947" y="1390571"/>
              <a:ext cx="319872" cy="51960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3" name="Rectangle 22">
              <a:extLst>
                <a:ext uri="{FF2B5EF4-FFF2-40B4-BE49-F238E27FC236}">
                  <a16:creationId xmlns:a16="http://schemas.microsoft.com/office/drawing/2014/main" id="{D906BFFD-793E-94F9-8D4A-02E63A83A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245" y="1470332"/>
              <a:ext cx="266800" cy="4120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6DFE2B49-DF9F-AA1C-D220-E012DD3F240A}"/>
                </a:ext>
              </a:extLst>
            </p:cNvPr>
            <p:cNvSpPr/>
            <p:nvPr/>
          </p:nvSpPr>
          <p:spPr bwMode="auto">
            <a:xfrm>
              <a:off x="6184037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B675C56-A1D1-680B-2578-94AE3AF6B384}"/>
                </a:ext>
              </a:extLst>
            </p:cNvPr>
            <p:cNvSpPr/>
            <p:nvPr/>
          </p:nvSpPr>
          <p:spPr bwMode="auto">
            <a:xfrm>
              <a:off x="7554644" y="1451541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5B371AD-84FC-E5F5-4541-B9A6E00FE158}"/>
                </a:ext>
              </a:extLst>
            </p:cNvPr>
            <p:cNvSpPr/>
            <p:nvPr/>
          </p:nvSpPr>
          <p:spPr bwMode="auto">
            <a:xfrm>
              <a:off x="8284130" y="145554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7" name="Triangle 86">
              <a:extLst>
                <a:ext uri="{FF2B5EF4-FFF2-40B4-BE49-F238E27FC236}">
                  <a16:creationId xmlns:a16="http://schemas.microsoft.com/office/drawing/2014/main" id="{081BD01C-0B2C-7FD4-AC51-6DDAB3669320}"/>
                </a:ext>
              </a:extLst>
            </p:cNvPr>
            <p:cNvSpPr/>
            <p:nvPr/>
          </p:nvSpPr>
          <p:spPr bwMode="auto">
            <a:xfrm>
              <a:off x="1352035" y="1086796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88" name="Oval 21">
              <a:extLst>
                <a:ext uri="{FF2B5EF4-FFF2-40B4-BE49-F238E27FC236}">
                  <a16:creationId xmlns:a16="http://schemas.microsoft.com/office/drawing/2014/main" id="{E7B4A2CF-8F21-B24E-6ED8-27B857F11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3297" y="1182261"/>
              <a:ext cx="266800" cy="29431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DD8F3CA-A97D-7B71-D088-85CFEA489CEA}"/>
                </a:ext>
              </a:extLst>
            </p:cNvPr>
            <p:cNvSpPr txBox="1"/>
            <p:nvPr/>
          </p:nvSpPr>
          <p:spPr>
            <a:xfrm>
              <a:off x="637969" y="234350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D3E0A3D-1A56-F9A9-9B4F-25595565BB4D}"/>
                </a:ext>
              </a:extLst>
            </p:cNvPr>
            <p:cNvSpPr txBox="1"/>
            <p:nvPr/>
          </p:nvSpPr>
          <p:spPr>
            <a:xfrm>
              <a:off x="3363219" y="2305622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4C7613E-248F-4706-8EA6-EBB55B09E003}"/>
                </a:ext>
              </a:extLst>
            </p:cNvPr>
            <p:cNvSpPr txBox="1"/>
            <p:nvPr/>
          </p:nvSpPr>
          <p:spPr>
            <a:xfrm>
              <a:off x="2677351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806D93C-9080-0798-7368-A774B50E7CDD}"/>
                </a:ext>
              </a:extLst>
            </p:cNvPr>
            <p:cNvSpPr txBox="1"/>
            <p:nvPr/>
          </p:nvSpPr>
          <p:spPr>
            <a:xfrm>
              <a:off x="4090040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D8855E8-3FC4-67E0-90E4-D3125FF1C68D}"/>
                </a:ext>
              </a:extLst>
            </p:cNvPr>
            <p:cNvSpPr txBox="1"/>
            <p:nvPr/>
          </p:nvSpPr>
          <p:spPr>
            <a:xfrm>
              <a:off x="4766499" y="23519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DF98B28-2647-4E7D-5A9C-5C7729B87FD8}"/>
                </a:ext>
              </a:extLst>
            </p:cNvPr>
            <p:cNvSpPr txBox="1"/>
            <p:nvPr/>
          </p:nvSpPr>
          <p:spPr>
            <a:xfrm>
              <a:off x="5466753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700906B-6D8D-03F5-05A5-DD9F60E60063}"/>
                </a:ext>
              </a:extLst>
            </p:cNvPr>
            <p:cNvSpPr txBox="1"/>
            <p:nvPr/>
          </p:nvSpPr>
          <p:spPr>
            <a:xfrm>
              <a:off x="6156981" y="230562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22B92F6-3B41-97B7-56EB-AA2274BE413B}"/>
                </a:ext>
              </a:extLst>
            </p:cNvPr>
            <p:cNvSpPr txBox="1"/>
            <p:nvPr/>
          </p:nvSpPr>
          <p:spPr>
            <a:xfrm>
              <a:off x="6887594" y="2365183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87AC00B-81EE-B01B-F641-05F7DC23B19D}"/>
                </a:ext>
              </a:extLst>
            </p:cNvPr>
            <p:cNvSpPr txBox="1"/>
            <p:nvPr/>
          </p:nvSpPr>
          <p:spPr>
            <a:xfrm>
              <a:off x="7593728" y="2328460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A726A8C-5016-54F2-935A-1F75CA30A9BD}"/>
                </a:ext>
              </a:extLst>
            </p:cNvPr>
            <p:cNvSpPr txBox="1"/>
            <p:nvPr/>
          </p:nvSpPr>
          <p:spPr>
            <a:xfrm>
              <a:off x="8260515" y="2351923"/>
              <a:ext cx="297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25C2D18-30AA-A246-6375-8F65B88933B9}"/>
                </a:ext>
              </a:extLst>
            </p:cNvPr>
            <p:cNvSpPr txBox="1"/>
            <p:nvPr/>
          </p:nvSpPr>
          <p:spPr>
            <a:xfrm>
              <a:off x="2040893" y="234636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77111B9-4988-9EBC-4392-903758FAC9B8}"/>
                </a:ext>
              </a:extLst>
            </p:cNvPr>
            <p:cNvSpPr txBox="1"/>
            <p:nvPr/>
          </p:nvSpPr>
          <p:spPr>
            <a:xfrm>
              <a:off x="1352849" y="2351924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0B97DBD-0762-5691-AEF4-9FE11635627C}"/>
              </a:ext>
            </a:extLst>
          </p:cNvPr>
          <p:cNvGrpSpPr/>
          <p:nvPr/>
        </p:nvGrpSpPr>
        <p:grpSpPr>
          <a:xfrm>
            <a:off x="6048815" y="3190274"/>
            <a:ext cx="4173299" cy="3367912"/>
            <a:chOff x="4524814" y="3190274"/>
            <a:chExt cx="4173299" cy="3367912"/>
          </a:xfrm>
        </p:grpSpPr>
        <p:grpSp>
          <p:nvGrpSpPr>
            <p:cNvPr id="134" name="Group 20">
              <a:extLst>
                <a:ext uri="{FF2B5EF4-FFF2-40B4-BE49-F238E27FC236}">
                  <a16:creationId xmlns:a16="http://schemas.microsoft.com/office/drawing/2014/main" id="{C0FA95F5-E495-24AF-5910-B69F018DD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3770" y="4869797"/>
              <a:ext cx="693680" cy="1118404"/>
              <a:chOff x="816" y="1728"/>
              <a:chExt cx="624" cy="912"/>
            </a:xfrm>
          </p:grpSpPr>
          <p:sp>
            <p:nvSpPr>
              <p:cNvPr id="135" name="Oval 21">
                <a:extLst>
                  <a:ext uri="{FF2B5EF4-FFF2-40B4-BE49-F238E27FC236}">
                    <a16:creationId xmlns:a16="http://schemas.microsoft.com/office/drawing/2014/main" id="{A1BCF531-F960-112A-03FC-593525609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Line 23">
                <a:extLst>
                  <a:ext uri="{FF2B5EF4-FFF2-40B4-BE49-F238E27FC236}">
                    <a16:creationId xmlns:a16="http://schemas.microsoft.com/office/drawing/2014/main" id="{AFFE2B15-FB16-54B7-9DD8-03874F6C2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24">
                <a:extLst>
                  <a:ext uri="{FF2B5EF4-FFF2-40B4-BE49-F238E27FC236}">
                    <a16:creationId xmlns:a16="http://schemas.microsoft.com/office/drawing/2014/main" id="{9FDADD62-EF81-B82C-2350-4E291813D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Line 25">
                <a:extLst>
                  <a:ext uri="{FF2B5EF4-FFF2-40B4-BE49-F238E27FC236}">
                    <a16:creationId xmlns:a16="http://schemas.microsoft.com/office/drawing/2014/main" id="{EFF20524-F988-7CC1-7F34-D67FCBFCE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Line 26">
                <a:extLst>
                  <a:ext uri="{FF2B5EF4-FFF2-40B4-BE49-F238E27FC236}">
                    <a16:creationId xmlns:a16="http://schemas.microsoft.com/office/drawing/2014/main" id="{74C96308-0F44-9902-7EF6-163EB36F9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20">
              <a:extLst>
                <a:ext uri="{FF2B5EF4-FFF2-40B4-BE49-F238E27FC236}">
                  <a16:creationId xmlns:a16="http://schemas.microsoft.com/office/drawing/2014/main" id="{E921283C-6F45-0A33-2749-7028C9FC21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1295" y="4944413"/>
              <a:ext cx="693680" cy="1118404"/>
              <a:chOff x="816" y="1728"/>
              <a:chExt cx="624" cy="912"/>
            </a:xfrm>
          </p:grpSpPr>
          <p:sp>
            <p:nvSpPr>
              <p:cNvPr id="146" name="Oval 21">
                <a:extLst>
                  <a:ext uri="{FF2B5EF4-FFF2-40B4-BE49-F238E27FC236}">
                    <a16:creationId xmlns:a16="http://schemas.microsoft.com/office/drawing/2014/main" id="{480913CE-319C-7614-FE0A-4E05D02AF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9" name="Rectangle 22">
                <a:extLst>
                  <a:ext uri="{FF2B5EF4-FFF2-40B4-BE49-F238E27FC236}">
                    <a16:creationId xmlns:a16="http://schemas.microsoft.com/office/drawing/2014/main" id="{8B4D991C-3A1B-2AF5-44B6-12B0A5419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20" name="Line 23">
                <a:extLst>
                  <a:ext uri="{FF2B5EF4-FFF2-40B4-BE49-F238E27FC236}">
                    <a16:creationId xmlns:a16="http://schemas.microsoft.com/office/drawing/2014/main" id="{758AA0DB-D91E-59E4-7E1A-093384D57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Line 24">
                <a:extLst>
                  <a:ext uri="{FF2B5EF4-FFF2-40B4-BE49-F238E27FC236}">
                    <a16:creationId xmlns:a16="http://schemas.microsoft.com/office/drawing/2014/main" id="{0B0959C5-494D-C98B-2D71-1737E5237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Line 25">
                <a:extLst>
                  <a:ext uri="{FF2B5EF4-FFF2-40B4-BE49-F238E27FC236}">
                    <a16:creationId xmlns:a16="http://schemas.microsoft.com/office/drawing/2014/main" id="{AB1E58C3-BD7D-8F95-79F4-80D7618F2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Line 26">
                <a:extLst>
                  <a:ext uri="{FF2B5EF4-FFF2-40B4-BE49-F238E27FC236}">
                    <a16:creationId xmlns:a16="http://schemas.microsoft.com/office/drawing/2014/main" id="{359887A2-D089-9139-FBEE-3E4B25AD4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4" name="Group 20">
              <a:extLst>
                <a:ext uri="{FF2B5EF4-FFF2-40B4-BE49-F238E27FC236}">
                  <a16:creationId xmlns:a16="http://schemas.microsoft.com/office/drawing/2014/main" id="{5ACC3F06-7E52-7A04-6925-89A650C50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541" y="4951867"/>
              <a:ext cx="693680" cy="1118404"/>
              <a:chOff x="816" y="1728"/>
              <a:chExt cx="624" cy="912"/>
            </a:xfrm>
            <a:solidFill>
              <a:schemeClr val="bg1">
                <a:lumMod val="65000"/>
              </a:schemeClr>
            </a:solidFill>
          </p:grpSpPr>
          <p:sp>
            <p:nvSpPr>
              <p:cNvPr id="225" name="Oval 21">
                <a:extLst>
                  <a:ext uri="{FF2B5EF4-FFF2-40B4-BE49-F238E27FC236}">
                    <a16:creationId xmlns:a16="http://schemas.microsoft.com/office/drawing/2014/main" id="{0070F36E-5697-A3AE-A7CE-CAD786DDB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" name="Rectangle 22">
                <a:extLst>
                  <a:ext uri="{FF2B5EF4-FFF2-40B4-BE49-F238E27FC236}">
                    <a16:creationId xmlns:a16="http://schemas.microsoft.com/office/drawing/2014/main" id="{A887CE03-A48F-7373-3946-53378D6C8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27" name="Line 23">
                <a:extLst>
                  <a:ext uri="{FF2B5EF4-FFF2-40B4-BE49-F238E27FC236}">
                    <a16:creationId xmlns:a16="http://schemas.microsoft.com/office/drawing/2014/main" id="{33D22C01-07EA-844F-C72C-E05FEA0E5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Line 24">
                <a:extLst>
                  <a:ext uri="{FF2B5EF4-FFF2-40B4-BE49-F238E27FC236}">
                    <a16:creationId xmlns:a16="http://schemas.microsoft.com/office/drawing/2014/main" id="{465195DB-541A-1E1C-406F-98166C2BC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Line 25">
                <a:extLst>
                  <a:ext uri="{FF2B5EF4-FFF2-40B4-BE49-F238E27FC236}">
                    <a16:creationId xmlns:a16="http://schemas.microsoft.com/office/drawing/2014/main" id="{0CF75EC9-A490-EAAC-2FC7-B10951366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Line 26">
                <a:extLst>
                  <a:ext uri="{FF2B5EF4-FFF2-40B4-BE49-F238E27FC236}">
                    <a16:creationId xmlns:a16="http://schemas.microsoft.com/office/drawing/2014/main" id="{1DFF1391-4D52-F6D9-8BEC-670807E8C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1" name="Group 20">
              <a:extLst>
                <a:ext uri="{FF2B5EF4-FFF2-40B4-BE49-F238E27FC236}">
                  <a16:creationId xmlns:a16="http://schemas.microsoft.com/office/drawing/2014/main" id="{9D3BE47F-7BBF-E07B-14E6-B69E95B9EF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26215" y="5005451"/>
              <a:ext cx="693680" cy="1055862"/>
              <a:chOff x="816" y="1779"/>
              <a:chExt cx="624" cy="861"/>
            </a:xfrm>
          </p:grpSpPr>
          <p:sp>
            <p:nvSpPr>
              <p:cNvPr id="232" name="Oval 21">
                <a:extLst>
                  <a:ext uri="{FF2B5EF4-FFF2-40B4-BE49-F238E27FC236}">
                    <a16:creationId xmlns:a16="http://schemas.microsoft.com/office/drawing/2014/main" id="{F1AFF26E-E28D-B231-18E4-441520421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8" y="1779"/>
                <a:ext cx="240" cy="240"/>
              </a:xfrm>
              <a:prstGeom prst="ellipse">
                <a:avLst/>
              </a:prstGeom>
              <a:solidFill>
                <a:srgbClr val="009999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3" name="Rectangle 22">
                <a:extLst>
                  <a:ext uri="{FF2B5EF4-FFF2-40B4-BE49-F238E27FC236}">
                    <a16:creationId xmlns:a16="http://schemas.microsoft.com/office/drawing/2014/main" id="{3EC16401-325C-BA19-7B6A-0DBBDBB7D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035"/>
                <a:ext cx="231" cy="26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34" name="Line 23">
                <a:extLst>
                  <a:ext uri="{FF2B5EF4-FFF2-40B4-BE49-F238E27FC236}">
                    <a16:creationId xmlns:a16="http://schemas.microsoft.com/office/drawing/2014/main" id="{5B80F72B-6B02-CFB0-9A88-BE71BB438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Line 24">
                <a:extLst>
                  <a:ext uri="{FF2B5EF4-FFF2-40B4-BE49-F238E27FC236}">
                    <a16:creationId xmlns:a16="http://schemas.microsoft.com/office/drawing/2014/main" id="{36A23688-FA07-9C6B-3679-50EA3D613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Line 25">
                <a:extLst>
                  <a:ext uri="{FF2B5EF4-FFF2-40B4-BE49-F238E27FC236}">
                    <a16:creationId xmlns:a16="http://schemas.microsoft.com/office/drawing/2014/main" id="{4E264D30-2970-780E-D975-64C5D3AC9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Line 26">
                <a:extLst>
                  <a:ext uri="{FF2B5EF4-FFF2-40B4-BE49-F238E27FC236}">
                    <a16:creationId xmlns:a16="http://schemas.microsoft.com/office/drawing/2014/main" id="{C0D211D2-6EF7-B1F1-D969-78C825A98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4" name="Group 20">
              <a:extLst>
                <a:ext uri="{FF2B5EF4-FFF2-40B4-BE49-F238E27FC236}">
                  <a16:creationId xmlns:a16="http://schemas.microsoft.com/office/drawing/2014/main" id="{FF796397-2EF1-E454-779A-2E3CB83547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4814" y="3298168"/>
              <a:ext cx="693680" cy="1118404"/>
              <a:chOff x="816" y="1728"/>
              <a:chExt cx="624" cy="912"/>
            </a:xfrm>
          </p:grpSpPr>
          <p:sp>
            <p:nvSpPr>
              <p:cNvPr id="245" name="Oval 21">
                <a:extLst>
                  <a:ext uri="{FF2B5EF4-FFF2-40B4-BE49-F238E27FC236}">
                    <a16:creationId xmlns:a16="http://schemas.microsoft.com/office/drawing/2014/main" id="{4EC039BC-06A4-0085-FC3B-B51D92E2F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" name="Line 23">
                <a:extLst>
                  <a:ext uri="{FF2B5EF4-FFF2-40B4-BE49-F238E27FC236}">
                    <a16:creationId xmlns:a16="http://schemas.microsoft.com/office/drawing/2014/main" id="{E3353929-5BC2-B1A2-628D-B59034F99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Line 24">
                <a:extLst>
                  <a:ext uri="{FF2B5EF4-FFF2-40B4-BE49-F238E27FC236}">
                    <a16:creationId xmlns:a16="http://schemas.microsoft.com/office/drawing/2014/main" id="{01ABE46D-F984-FD0A-7D01-99DCC492A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Line 25">
                <a:extLst>
                  <a:ext uri="{FF2B5EF4-FFF2-40B4-BE49-F238E27FC236}">
                    <a16:creationId xmlns:a16="http://schemas.microsoft.com/office/drawing/2014/main" id="{57FB299B-0C91-CAFA-4BE9-9F0A1765D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Line 26">
                <a:extLst>
                  <a:ext uri="{FF2B5EF4-FFF2-40B4-BE49-F238E27FC236}">
                    <a16:creationId xmlns:a16="http://schemas.microsoft.com/office/drawing/2014/main" id="{18B158EE-F685-4DE2-62D7-852BFDEFF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0" name="Group 20">
              <a:extLst>
                <a:ext uri="{FF2B5EF4-FFF2-40B4-BE49-F238E27FC236}">
                  <a16:creationId xmlns:a16="http://schemas.microsoft.com/office/drawing/2014/main" id="{978A584A-AC17-0360-074F-2A1823DF2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2713" y="3190274"/>
              <a:ext cx="693680" cy="1212830"/>
              <a:chOff x="816" y="1651"/>
              <a:chExt cx="624" cy="989"/>
            </a:xfrm>
          </p:grpSpPr>
          <p:sp>
            <p:nvSpPr>
              <p:cNvPr id="251" name="Oval 21">
                <a:extLst>
                  <a:ext uri="{FF2B5EF4-FFF2-40B4-BE49-F238E27FC236}">
                    <a16:creationId xmlns:a16="http://schemas.microsoft.com/office/drawing/2014/main" id="{19B5CF80-5864-A8D6-B065-954612DB1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1651"/>
                <a:ext cx="240" cy="27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2" name="Line 23">
                <a:extLst>
                  <a:ext uri="{FF2B5EF4-FFF2-40B4-BE49-F238E27FC236}">
                    <a16:creationId xmlns:a16="http://schemas.microsoft.com/office/drawing/2014/main" id="{B8FC6622-BB71-C73F-3508-40E012FC9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" name="Line 24">
                <a:extLst>
                  <a:ext uri="{FF2B5EF4-FFF2-40B4-BE49-F238E27FC236}">
                    <a16:creationId xmlns:a16="http://schemas.microsoft.com/office/drawing/2014/main" id="{944EA273-09E6-1D74-281F-1220A413D9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4" name="Line 25">
                <a:extLst>
                  <a:ext uri="{FF2B5EF4-FFF2-40B4-BE49-F238E27FC236}">
                    <a16:creationId xmlns:a16="http://schemas.microsoft.com/office/drawing/2014/main" id="{AFCE0954-96F9-A751-1674-47F635919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" name="Line 26">
                <a:extLst>
                  <a:ext uri="{FF2B5EF4-FFF2-40B4-BE49-F238E27FC236}">
                    <a16:creationId xmlns:a16="http://schemas.microsoft.com/office/drawing/2014/main" id="{F10EE3F3-5115-1A54-1605-87BF72993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" name="Group 20">
              <a:extLst>
                <a:ext uri="{FF2B5EF4-FFF2-40B4-BE49-F238E27FC236}">
                  <a16:creationId xmlns:a16="http://schemas.microsoft.com/office/drawing/2014/main" id="{C6EE32C0-56A4-48D8-D60C-15FF7F5EE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13648" y="3651349"/>
              <a:ext cx="693680" cy="765224"/>
              <a:chOff x="816" y="2016"/>
              <a:chExt cx="624" cy="624"/>
            </a:xfrm>
          </p:grpSpPr>
          <p:sp>
            <p:nvSpPr>
              <p:cNvPr id="257" name="Line 23">
                <a:extLst>
                  <a:ext uri="{FF2B5EF4-FFF2-40B4-BE49-F238E27FC236}">
                    <a16:creationId xmlns:a16="http://schemas.microsoft.com/office/drawing/2014/main" id="{05388635-F42D-D79D-56BB-5D8BBBB1E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Line 24">
                <a:extLst>
                  <a:ext uri="{FF2B5EF4-FFF2-40B4-BE49-F238E27FC236}">
                    <a16:creationId xmlns:a16="http://schemas.microsoft.com/office/drawing/2014/main" id="{D8FAA6CF-3C7A-7D94-A53A-B7F63D30F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" name="Line 25">
                <a:extLst>
                  <a:ext uri="{FF2B5EF4-FFF2-40B4-BE49-F238E27FC236}">
                    <a16:creationId xmlns:a16="http://schemas.microsoft.com/office/drawing/2014/main" id="{F7AF217C-588D-5FDF-41A0-69DF4775D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Line 26">
                <a:extLst>
                  <a:ext uri="{FF2B5EF4-FFF2-40B4-BE49-F238E27FC236}">
                    <a16:creationId xmlns:a16="http://schemas.microsoft.com/office/drawing/2014/main" id="{E4299560-3E91-526F-0D65-F4FECC534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1" name="Group 20">
              <a:extLst>
                <a:ext uri="{FF2B5EF4-FFF2-40B4-BE49-F238E27FC236}">
                  <a16:creationId xmlns:a16="http://schemas.microsoft.com/office/drawing/2014/main" id="{0A69F347-EDCE-A354-675A-3482B3362F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3642" y="3302210"/>
              <a:ext cx="693680" cy="1118404"/>
              <a:chOff x="816" y="1728"/>
              <a:chExt cx="624" cy="912"/>
            </a:xfrm>
          </p:grpSpPr>
          <p:sp>
            <p:nvSpPr>
              <p:cNvPr id="262" name="Oval 21">
                <a:extLst>
                  <a:ext uri="{FF2B5EF4-FFF2-40B4-BE49-F238E27FC236}">
                    <a16:creationId xmlns:a16="http://schemas.microsoft.com/office/drawing/2014/main" id="{510655B1-53CC-9DE5-63BD-4024B301A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728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3" name="Rectangle 22">
                <a:extLst>
                  <a:ext uri="{FF2B5EF4-FFF2-40B4-BE49-F238E27FC236}">
                    <a16:creationId xmlns:a16="http://schemas.microsoft.com/office/drawing/2014/main" id="{FC3F61A3-3B91-544B-B5E0-75AA0621C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64" name="Line 23">
                <a:extLst>
                  <a:ext uri="{FF2B5EF4-FFF2-40B4-BE49-F238E27FC236}">
                    <a16:creationId xmlns:a16="http://schemas.microsoft.com/office/drawing/2014/main" id="{CB218E34-E3B3-6CE3-4D91-B199E1344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Line 24">
                <a:extLst>
                  <a:ext uri="{FF2B5EF4-FFF2-40B4-BE49-F238E27FC236}">
                    <a16:creationId xmlns:a16="http://schemas.microsoft.com/office/drawing/2014/main" id="{8FFCC668-F19C-3A5E-C0D3-A2404D0B7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Line 25">
                <a:extLst>
                  <a:ext uri="{FF2B5EF4-FFF2-40B4-BE49-F238E27FC236}">
                    <a16:creationId xmlns:a16="http://schemas.microsoft.com/office/drawing/2014/main" id="{51E5334D-B2B6-7136-684A-C721153074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Line 26">
                <a:extLst>
                  <a:ext uri="{FF2B5EF4-FFF2-40B4-BE49-F238E27FC236}">
                    <a16:creationId xmlns:a16="http://schemas.microsoft.com/office/drawing/2014/main" id="{0BB1B5DB-1B54-3340-9249-E9D8800BA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8" name="Group 20">
              <a:extLst>
                <a:ext uri="{FF2B5EF4-FFF2-40B4-BE49-F238E27FC236}">
                  <a16:creationId xmlns:a16="http://schemas.microsoft.com/office/drawing/2014/main" id="{31D97BC0-3ECB-ED12-EEE7-C34D969D32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9950" y="3641887"/>
              <a:ext cx="693680" cy="765224"/>
              <a:chOff x="816" y="2016"/>
              <a:chExt cx="624" cy="624"/>
            </a:xfrm>
          </p:grpSpPr>
          <p:sp>
            <p:nvSpPr>
              <p:cNvPr id="269" name="Line 23">
                <a:extLst>
                  <a:ext uri="{FF2B5EF4-FFF2-40B4-BE49-F238E27FC236}">
                    <a16:creationId xmlns:a16="http://schemas.microsoft.com/office/drawing/2014/main" id="{586B2497-B589-3042-0158-7DB9AD1C0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Line 24">
                <a:extLst>
                  <a:ext uri="{FF2B5EF4-FFF2-40B4-BE49-F238E27FC236}">
                    <a16:creationId xmlns:a16="http://schemas.microsoft.com/office/drawing/2014/main" id="{8CE2DBCC-1742-8E9A-F208-F9602B2D6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Line 25">
                <a:extLst>
                  <a:ext uri="{FF2B5EF4-FFF2-40B4-BE49-F238E27FC236}">
                    <a16:creationId xmlns:a16="http://schemas.microsoft.com/office/drawing/2014/main" id="{CD8C4711-B547-21FA-F44F-FC346DA69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Line 26">
                <a:extLst>
                  <a:ext uri="{FF2B5EF4-FFF2-40B4-BE49-F238E27FC236}">
                    <a16:creationId xmlns:a16="http://schemas.microsoft.com/office/drawing/2014/main" id="{495BED1D-4455-B334-9AB1-E69A854BE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3" name="Group 20">
              <a:extLst>
                <a:ext uri="{FF2B5EF4-FFF2-40B4-BE49-F238E27FC236}">
                  <a16:creationId xmlns:a16="http://schemas.microsoft.com/office/drawing/2014/main" id="{3E3AD25C-D882-B4BE-8EFA-839A418A8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3066" y="3280156"/>
              <a:ext cx="1205047" cy="1115951"/>
              <a:chOff x="356" y="1730"/>
              <a:chExt cx="1084" cy="910"/>
            </a:xfrm>
          </p:grpSpPr>
          <p:sp>
            <p:nvSpPr>
              <p:cNvPr id="274" name="Oval 21">
                <a:extLst>
                  <a:ext uri="{FF2B5EF4-FFF2-40B4-BE49-F238E27FC236}">
                    <a16:creationId xmlns:a16="http://schemas.microsoft.com/office/drawing/2014/main" id="{EDCC1D68-6BC4-7C44-C645-9EC95E5A0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" y="1730"/>
                <a:ext cx="240" cy="240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5" name="Line 23">
                <a:extLst>
                  <a:ext uri="{FF2B5EF4-FFF2-40B4-BE49-F238E27FC236}">
                    <a16:creationId xmlns:a16="http://schemas.microsoft.com/office/drawing/2014/main" id="{2B99A932-3D67-3E14-B01A-4901AD297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Line 24">
                <a:extLst>
                  <a:ext uri="{FF2B5EF4-FFF2-40B4-BE49-F238E27FC236}">
                    <a16:creationId xmlns:a16="http://schemas.microsoft.com/office/drawing/2014/main" id="{2EEAACBA-1089-D68F-536A-47CD2B36F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Line 25">
                <a:extLst>
                  <a:ext uri="{FF2B5EF4-FFF2-40B4-BE49-F238E27FC236}">
                    <a16:creationId xmlns:a16="http://schemas.microsoft.com/office/drawing/2014/main" id="{D5868ACA-7514-56BA-834B-363D5F8DD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Line 26">
                <a:extLst>
                  <a:ext uri="{FF2B5EF4-FFF2-40B4-BE49-F238E27FC236}">
                    <a16:creationId xmlns:a16="http://schemas.microsoft.com/office/drawing/2014/main" id="{1B87F186-F49F-5434-38DA-702728282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0" name="Triangle 279">
              <a:extLst>
                <a:ext uri="{FF2B5EF4-FFF2-40B4-BE49-F238E27FC236}">
                  <a16:creationId xmlns:a16="http://schemas.microsoft.com/office/drawing/2014/main" id="{51CBAED0-FEFA-9364-F3CB-CD9E32D365E6}"/>
                </a:ext>
              </a:extLst>
            </p:cNvPr>
            <p:cNvSpPr/>
            <p:nvPr/>
          </p:nvSpPr>
          <p:spPr bwMode="auto">
            <a:xfrm>
              <a:off x="8199453" y="3355025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9DFF3B01-19E4-F1E6-81D6-47FB2D4EBC2A}"/>
                </a:ext>
              </a:extLst>
            </p:cNvPr>
            <p:cNvSpPr/>
            <p:nvPr/>
          </p:nvSpPr>
          <p:spPr bwMode="auto">
            <a:xfrm>
              <a:off x="5426594" y="5171794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8A409F9F-A3EC-54C0-6043-A6A766045471}"/>
                </a:ext>
              </a:extLst>
            </p:cNvPr>
            <p:cNvSpPr/>
            <p:nvPr/>
          </p:nvSpPr>
          <p:spPr bwMode="auto">
            <a:xfrm>
              <a:off x="5390676" y="3527512"/>
              <a:ext cx="319872" cy="51960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4" name="Rectangle 22">
              <a:extLst>
                <a:ext uri="{FF2B5EF4-FFF2-40B4-BE49-F238E27FC236}">
                  <a16:creationId xmlns:a16="http://schemas.microsoft.com/office/drawing/2014/main" id="{C3780E98-5E80-2731-3684-886F68778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5974" y="3607273"/>
              <a:ext cx="266800" cy="4120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8C007ACF-F940-7FB9-331D-F7BAB48D174A}"/>
                </a:ext>
              </a:extLst>
            </p:cNvPr>
            <p:cNvSpPr/>
            <p:nvPr/>
          </p:nvSpPr>
          <p:spPr bwMode="auto">
            <a:xfrm>
              <a:off x="6110766" y="3592485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73EB3D9F-B1DD-1247-D624-C09F82D9F1C4}"/>
                </a:ext>
              </a:extLst>
            </p:cNvPr>
            <p:cNvSpPr/>
            <p:nvPr/>
          </p:nvSpPr>
          <p:spPr bwMode="auto">
            <a:xfrm>
              <a:off x="7481373" y="3588482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93F7FC3E-B977-959D-0B70-9803AB47AD7F}"/>
                </a:ext>
              </a:extLst>
            </p:cNvPr>
            <p:cNvSpPr/>
            <p:nvPr/>
          </p:nvSpPr>
          <p:spPr bwMode="auto">
            <a:xfrm>
              <a:off x="8210859" y="3592485"/>
              <a:ext cx="319872" cy="44962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289" name="Oval 21">
              <a:extLst>
                <a:ext uri="{FF2B5EF4-FFF2-40B4-BE49-F238E27FC236}">
                  <a16:creationId xmlns:a16="http://schemas.microsoft.com/office/drawing/2014/main" id="{56EF34EC-0F7D-0783-A9D7-EBD2F477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0026" y="3319202"/>
              <a:ext cx="266800" cy="29431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9ED3CC92-023F-2211-8615-579275423210}"/>
                </a:ext>
              </a:extLst>
            </p:cNvPr>
            <p:cNvSpPr txBox="1"/>
            <p:nvPr/>
          </p:nvSpPr>
          <p:spPr>
            <a:xfrm>
              <a:off x="5404539" y="607717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26D6BE58-85CA-7B5B-B536-852408E0BF1F}"/>
                </a:ext>
              </a:extLst>
            </p:cNvPr>
            <p:cNvSpPr txBox="1"/>
            <p:nvPr/>
          </p:nvSpPr>
          <p:spPr>
            <a:xfrm>
              <a:off x="7520872" y="611177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064DCC80-7839-494B-96E3-A027D4A8CC64}"/>
                </a:ext>
              </a:extLst>
            </p:cNvPr>
            <p:cNvSpPr txBox="1"/>
            <p:nvPr/>
          </p:nvSpPr>
          <p:spPr>
            <a:xfrm>
              <a:off x="6835004" y="6158076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8B89BD0A-9C03-348F-3B61-17F56B880F99}"/>
                </a:ext>
              </a:extLst>
            </p:cNvPr>
            <p:cNvSpPr txBox="1"/>
            <p:nvPr/>
          </p:nvSpPr>
          <p:spPr>
            <a:xfrm>
              <a:off x="4693228" y="4488865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4B427597-AAD6-5341-38C3-5506700D3F79}"/>
                </a:ext>
              </a:extLst>
            </p:cNvPr>
            <p:cNvSpPr txBox="1"/>
            <p:nvPr/>
          </p:nvSpPr>
          <p:spPr>
            <a:xfrm>
              <a:off x="6083710" y="4442563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40A43E2-058E-5D39-F165-15F9B1B1FFEC}"/>
                </a:ext>
              </a:extLst>
            </p:cNvPr>
            <p:cNvSpPr txBox="1"/>
            <p:nvPr/>
          </p:nvSpPr>
          <p:spPr>
            <a:xfrm>
              <a:off x="6814323" y="4502124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616CE6BC-9B80-7A62-2012-94EA221A9388}"/>
                </a:ext>
              </a:extLst>
            </p:cNvPr>
            <p:cNvSpPr txBox="1"/>
            <p:nvPr/>
          </p:nvSpPr>
          <p:spPr>
            <a:xfrm>
              <a:off x="7520457" y="4465401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9BF4BC35-1486-31D3-2174-37B3CA1B3797}"/>
                </a:ext>
              </a:extLst>
            </p:cNvPr>
            <p:cNvSpPr txBox="1"/>
            <p:nvPr/>
          </p:nvSpPr>
          <p:spPr>
            <a:xfrm>
              <a:off x="8187244" y="4488864"/>
              <a:ext cx="297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BD857D51-1BF8-AF93-2C9F-12B97E65147F}"/>
                </a:ext>
              </a:extLst>
            </p:cNvPr>
            <p:cNvSpPr txBox="1"/>
            <p:nvPr/>
          </p:nvSpPr>
          <p:spPr>
            <a:xfrm>
              <a:off x="6198546" y="6152516"/>
              <a:ext cx="332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5AC8A0D7-BE65-0932-8DA0-8399FA5CFAE4}"/>
                </a:ext>
              </a:extLst>
            </p:cNvPr>
            <p:cNvSpPr txBox="1"/>
            <p:nvPr/>
          </p:nvSpPr>
          <p:spPr>
            <a:xfrm>
              <a:off x="5397174" y="445783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18C6704-D083-966D-D36C-6E10A4B9C651}"/>
              </a:ext>
            </a:extLst>
          </p:cNvPr>
          <p:cNvGrpSpPr/>
          <p:nvPr/>
        </p:nvGrpSpPr>
        <p:grpSpPr>
          <a:xfrm>
            <a:off x="1730579" y="4365322"/>
            <a:ext cx="1557610" cy="1677117"/>
            <a:chOff x="206579" y="4365321"/>
            <a:chExt cx="1557610" cy="1677117"/>
          </a:xfrm>
        </p:grpSpPr>
        <p:grpSp>
          <p:nvGrpSpPr>
            <p:cNvPr id="108" name="Group 20">
              <a:extLst>
                <a:ext uri="{FF2B5EF4-FFF2-40B4-BE49-F238E27FC236}">
                  <a16:creationId xmlns:a16="http://schemas.microsoft.com/office/drawing/2014/main" id="{E4D4D78A-8667-AD43-0E37-E230E50CD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0509" y="4767828"/>
              <a:ext cx="693680" cy="765224"/>
              <a:chOff x="816" y="2016"/>
              <a:chExt cx="624" cy="624"/>
            </a:xfrm>
          </p:grpSpPr>
          <p:sp>
            <p:nvSpPr>
              <p:cNvPr id="109" name="Line 23">
                <a:extLst>
                  <a:ext uri="{FF2B5EF4-FFF2-40B4-BE49-F238E27FC236}">
                    <a16:creationId xmlns:a16="http://schemas.microsoft.com/office/drawing/2014/main" id="{F4AE92DC-8654-5EF0-C495-1AA8C793D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Line 24">
                <a:extLst>
                  <a:ext uri="{FF2B5EF4-FFF2-40B4-BE49-F238E27FC236}">
                    <a16:creationId xmlns:a16="http://schemas.microsoft.com/office/drawing/2014/main" id="{61738021-9BCB-FB94-DA9A-CEB51FAB1D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25">
                <a:extLst>
                  <a:ext uri="{FF2B5EF4-FFF2-40B4-BE49-F238E27FC236}">
                    <a16:creationId xmlns:a16="http://schemas.microsoft.com/office/drawing/2014/main" id="{8F92D2EA-8BAC-3A90-94BA-B76A8C858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26">
                <a:extLst>
                  <a:ext uri="{FF2B5EF4-FFF2-40B4-BE49-F238E27FC236}">
                    <a16:creationId xmlns:a16="http://schemas.microsoft.com/office/drawing/2014/main" id="{5B6C767F-BC6B-FDB9-3F09-2814CC891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BB1B0E9F-607C-9A98-2D50-C6B1D7F41B75}"/>
                </a:ext>
              </a:extLst>
            </p:cNvPr>
            <p:cNvSpPr/>
            <p:nvPr/>
          </p:nvSpPr>
          <p:spPr bwMode="auto">
            <a:xfrm>
              <a:off x="1278973" y="4625295"/>
              <a:ext cx="319872" cy="533295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15" name="Triangle 114">
              <a:extLst>
                <a:ext uri="{FF2B5EF4-FFF2-40B4-BE49-F238E27FC236}">
                  <a16:creationId xmlns:a16="http://schemas.microsoft.com/office/drawing/2014/main" id="{57C06710-7F07-1F7F-9ABE-731A39A9E005}"/>
                </a:ext>
              </a:extLst>
            </p:cNvPr>
            <p:cNvSpPr/>
            <p:nvPr/>
          </p:nvSpPr>
          <p:spPr bwMode="auto">
            <a:xfrm>
              <a:off x="1278159" y="4365321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grpSp>
          <p:nvGrpSpPr>
            <p:cNvPr id="118" name="Group 20">
              <a:extLst>
                <a:ext uri="{FF2B5EF4-FFF2-40B4-BE49-F238E27FC236}">
                  <a16:creationId xmlns:a16="http://schemas.microsoft.com/office/drawing/2014/main" id="{6B1398D0-EAC5-3693-B25A-D6E2253D6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579" y="4683829"/>
              <a:ext cx="693680" cy="824087"/>
              <a:chOff x="816" y="1968"/>
              <a:chExt cx="624" cy="672"/>
            </a:xfrm>
          </p:grpSpPr>
          <p:sp>
            <p:nvSpPr>
              <p:cNvPr id="119" name="Rectangle 22">
                <a:extLst>
                  <a:ext uri="{FF2B5EF4-FFF2-40B4-BE49-F238E27FC236}">
                    <a16:creationId xmlns:a16="http://schemas.microsoft.com/office/drawing/2014/main" id="{DF203481-F8B6-0DAA-7F2A-4100539A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240" cy="33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20" name="Line 23">
                <a:extLst>
                  <a:ext uri="{FF2B5EF4-FFF2-40B4-BE49-F238E27FC236}">
                    <a16:creationId xmlns:a16="http://schemas.microsoft.com/office/drawing/2014/main" id="{F31358EF-CC66-5F9A-3157-3D44470A1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6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24">
                <a:extLst>
                  <a:ext uri="{FF2B5EF4-FFF2-40B4-BE49-F238E27FC236}">
                    <a16:creationId xmlns:a16="http://schemas.microsoft.com/office/drawing/2014/main" id="{23B157EF-2F43-282A-D0A9-AC0F7D3CC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48" y="201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25">
                <a:extLst>
                  <a:ext uri="{FF2B5EF4-FFF2-40B4-BE49-F238E27FC236}">
                    <a16:creationId xmlns:a16="http://schemas.microsoft.com/office/drawing/2014/main" id="{2228722D-0FA1-41DF-87B0-511D4FB587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2304"/>
                <a:ext cx="96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26">
                <a:extLst>
                  <a:ext uri="{FF2B5EF4-FFF2-40B4-BE49-F238E27FC236}">
                    <a16:creationId xmlns:a16="http://schemas.microsoft.com/office/drawing/2014/main" id="{083B3BD7-48A0-AB44-3C63-33529A4D7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2304"/>
                <a:ext cx="48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2" name="Triangle 131">
              <a:extLst>
                <a:ext uri="{FF2B5EF4-FFF2-40B4-BE49-F238E27FC236}">
                  <a16:creationId xmlns:a16="http://schemas.microsoft.com/office/drawing/2014/main" id="{C075F6CF-289A-FEA0-03FD-D5C903117FA9}"/>
                </a:ext>
              </a:extLst>
            </p:cNvPr>
            <p:cNvSpPr/>
            <p:nvPr/>
          </p:nvSpPr>
          <p:spPr bwMode="auto">
            <a:xfrm>
              <a:off x="394103" y="4424633"/>
              <a:ext cx="318631" cy="252248"/>
            </a:xfrm>
            <a:prstGeom prst="triangl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ADC16E8-2C2E-1F53-E3C2-A3E2456A231F}"/>
                </a:ext>
              </a:extLst>
            </p:cNvPr>
            <p:cNvSpPr txBox="1"/>
            <p:nvPr/>
          </p:nvSpPr>
          <p:spPr>
            <a:xfrm>
              <a:off x="396957" y="5574902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391B70B6-F8AF-808B-C018-10A8EB7CC946}"/>
                </a:ext>
              </a:extLst>
            </p:cNvPr>
            <p:cNvSpPr txBox="1"/>
            <p:nvPr/>
          </p:nvSpPr>
          <p:spPr>
            <a:xfrm>
              <a:off x="1233915" y="5642328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20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F498E-354A-6025-1A2F-9E509249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5F20-58E6-379E-2AD9-65B02EE46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759"/>
            <a:ext cx="10515600" cy="45743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Lets look deeper at one of the subsets from our first split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3A859-CCB7-8B2F-7F82-1A592B65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" y="48899"/>
            <a:ext cx="10515600" cy="1001559"/>
          </a:xfrm>
        </p:spPr>
        <p:txBody>
          <a:bodyPr/>
          <a:lstStyle/>
          <a:p>
            <a:r>
              <a:rPr lang="en-US" sz="3200" dirty="0"/>
              <a:t>Separating Classes</a:t>
            </a:r>
            <a:endParaRPr lang="en-US" dirty="0"/>
          </a:p>
        </p:txBody>
      </p:sp>
      <p:grpSp>
        <p:nvGrpSpPr>
          <p:cNvPr id="5" name="Group 20">
            <a:extLst>
              <a:ext uri="{FF2B5EF4-FFF2-40B4-BE49-F238E27FC236}">
                <a16:creationId xmlns:a16="http://schemas.microsoft.com/office/drawing/2014/main" id="{F7D9AF91-47BB-343D-69B7-E94739B9E491}"/>
              </a:ext>
            </a:extLst>
          </p:cNvPr>
          <p:cNvGrpSpPr>
            <a:grpSpLocks/>
          </p:cNvGrpSpPr>
          <p:nvPr/>
        </p:nvGrpSpPr>
        <p:grpSpPr bwMode="auto">
          <a:xfrm>
            <a:off x="4713348" y="1965055"/>
            <a:ext cx="693680" cy="1118404"/>
            <a:chOff x="816" y="1728"/>
            <a:chExt cx="624" cy="912"/>
          </a:xfrm>
        </p:grpSpPr>
        <p:sp>
          <p:nvSpPr>
            <p:cNvPr id="6" name="Oval 21">
              <a:extLst>
                <a:ext uri="{FF2B5EF4-FFF2-40B4-BE49-F238E27FC236}">
                  <a16:creationId xmlns:a16="http://schemas.microsoft.com/office/drawing/2014/main" id="{8AA2F6A7-F2D7-90F5-8579-C548E495A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728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23">
              <a:extLst>
                <a:ext uri="{FF2B5EF4-FFF2-40B4-BE49-F238E27FC236}">
                  <a16:creationId xmlns:a16="http://schemas.microsoft.com/office/drawing/2014/main" id="{4D54A766-0EAB-CBBE-EAE7-E5D163F87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4">
              <a:extLst>
                <a:ext uri="{FF2B5EF4-FFF2-40B4-BE49-F238E27FC236}">
                  <a16:creationId xmlns:a16="http://schemas.microsoft.com/office/drawing/2014/main" id="{7292AF77-864C-1F37-4C5C-C8FFE48EC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B5680A2A-162C-6648-94CB-C0F0C24924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0844185A-9618-4886-F37D-92E2CC1C6B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20">
            <a:extLst>
              <a:ext uri="{FF2B5EF4-FFF2-40B4-BE49-F238E27FC236}">
                <a16:creationId xmlns:a16="http://schemas.microsoft.com/office/drawing/2014/main" id="{64FBF839-994B-19E2-A975-DB5AAD71B07B}"/>
              </a:ext>
            </a:extLst>
          </p:cNvPr>
          <p:cNvGrpSpPr>
            <a:grpSpLocks/>
          </p:cNvGrpSpPr>
          <p:nvPr/>
        </p:nvGrpSpPr>
        <p:grpSpPr bwMode="auto">
          <a:xfrm>
            <a:off x="5400533" y="2318236"/>
            <a:ext cx="693680" cy="765224"/>
            <a:chOff x="816" y="2016"/>
            <a:chExt cx="624" cy="624"/>
          </a:xfrm>
        </p:grpSpPr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D16E1522-CC69-E48A-3B63-A4028BA36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id="{71FC764A-48C1-10E0-A687-39E583DF9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24D92B4A-B551-14A6-06FF-53C22825A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0F6AEBCF-B617-2DA9-C8C4-69548481E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7C6AB9F-F3B3-0B80-1487-F82EC79E4EFF}"/>
              </a:ext>
            </a:extLst>
          </p:cNvPr>
          <p:cNvSpPr/>
          <p:nvPr/>
        </p:nvSpPr>
        <p:spPr bwMode="auto">
          <a:xfrm>
            <a:off x="4916172" y="2267052"/>
            <a:ext cx="319872" cy="449626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C55DE5-E46F-FEFF-C124-1A17D7156A01}"/>
              </a:ext>
            </a:extLst>
          </p:cNvPr>
          <p:cNvSpPr/>
          <p:nvPr/>
        </p:nvSpPr>
        <p:spPr bwMode="auto">
          <a:xfrm>
            <a:off x="5608997" y="2175704"/>
            <a:ext cx="319872" cy="533295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5D016742-E000-2811-4BE4-DBABDBDFB3C4}"/>
              </a:ext>
            </a:extLst>
          </p:cNvPr>
          <p:cNvSpPr/>
          <p:nvPr/>
        </p:nvSpPr>
        <p:spPr bwMode="auto">
          <a:xfrm>
            <a:off x="5608184" y="1915729"/>
            <a:ext cx="318631" cy="252248"/>
          </a:xfrm>
          <a:prstGeom prst="triangl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3B3047-99EA-E2BD-056F-F3A9B45137CE}"/>
              </a:ext>
            </a:extLst>
          </p:cNvPr>
          <p:cNvSpPr txBox="1"/>
          <p:nvPr/>
        </p:nvSpPr>
        <p:spPr>
          <a:xfrm>
            <a:off x="4894117" y="3172435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A0918-80D2-02CC-27C8-69C269CF1188}"/>
              </a:ext>
            </a:extLst>
          </p:cNvPr>
          <p:cNvSpPr txBox="1"/>
          <p:nvPr/>
        </p:nvSpPr>
        <p:spPr>
          <a:xfrm>
            <a:off x="5608997" y="3180857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7DB3F29-92D6-7F3D-A8A2-A7FF64F26AB1}"/>
              </a:ext>
            </a:extLst>
          </p:cNvPr>
          <p:cNvGrpSpPr>
            <a:grpSpLocks/>
          </p:cNvGrpSpPr>
          <p:nvPr/>
        </p:nvGrpSpPr>
        <p:grpSpPr bwMode="auto">
          <a:xfrm>
            <a:off x="6323091" y="2326386"/>
            <a:ext cx="693680" cy="765224"/>
            <a:chOff x="816" y="2016"/>
            <a:chExt cx="624" cy="624"/>
          </a:xfrm>
        </p:grpSpPr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4302C370-4890-12B2-DCAB-48560E0F2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32BE3298-B78E-8DBA-59BE-42741C8D8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0B79EB63-29D7-DB9E-67EE-124F568438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01AE7206-C02F-DC51-D0D6-8434A13B7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FEE76A91-B61F-9805-F644-4039736B87FA}"/>
              </a:ext>
            </a:extLst>
          </p:cNvPr>
          <p:cNvSpPr/>
          <p:nvPr/>
        </p:nvSpPr>
        <p:spPr bwMode="auto">
          <a:xfrm>
            <a:off x="6520209" y="2267522"/>
            <a:ext cx="319872" cy="449626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27" name="Oval 21">
            <a:extLst>
              <a:ext uri="{FF2B5EF4-FFF2-40B4-BE49-F238E27FC236}">
                <a16:creationId xmlns:a16="http://schemas.microsoft.com/office/drawing/2014/main" id="{2548834F-62B3-3176-606F-6F321EAF0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469" y="1905941"/>
            <a:ext cx="266800" cy="382616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69F816-1029-21C8-B38E-33F4BDC45799}"/>
              </a:ext>
            </a:extLst>
          </p:cNvPr>
          <p:cNvSpPr txBox="1"/>
          <p:nvPr/>
        </p:nvSpPr>
        <p:spPr>
          <a:xfrm>
            <a:off x="6493153" y="311760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grpSp>
        <p:nvGrpSpPr>
          <p:cNvPr id="29" name="Group 20">
            <a:extLst>
              <a:ext uri="{FF2B5EF4-FFF2-40B4-BE49-F238E27FC236}">
                <a16:creationId xmlns:a16="http://schemas.microsoft.com/office/drawing/2014/main" id="{360B41DD-7842-AFE1-AEB6-39D611E9BD1E}"/>
              </a:ext>
            </a:extLst>
          </p:cNvPr>
          <p:cNvGrpSpPr>
            <a:grpSpLocks/>
          </p:cNvGrpSpPr>
          <p:nvPr/>
        </p:nvGrpSpPr>
        <p:grpSpPr bwMode="auto">
          <a:xfrm>
            <a:off x="4691001" y="3956725"/>
            <a:ext cx="693680" cy="765224"/>
            <a:chOff x="816" y="2016"/>
            <a:chExt cx="624" cy="624"/>
          </a:xfrm>
        </p:grpSpPr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1FA88536-CA84-BEE7-B0E2-4E216FEC5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EF4A4F74-36F3-2FCC-5CA5-43C07F361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851D5B30-3BA5-4888-06F3-C3B4D8D3E8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6">
              <a:extLst>
                <a:ext uri="{FF2B5EF4-FFF2-40B4-BE49-F238E27FC236}">
                  <a16:creationId xmlns:a16="http://schemas.microsoft.com/office/drawing/2014/main" id="{ED5D652F-64AD-0903-7E87-9E09502B9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20">
            <a:extLst>
              <a:ext uri="{FF2B5EF4-FFF2-40B4-BE49-F238E27FC236}">
                <a16:creationId xmlns:a16="http://schemas.microsoft.com/office/drawing/2014/main" id="{F4ACDE18-7328-E181-AEFC-16EB77C07776}"/>
              </a:ext>
            </a:extLst>
          </p:cNvPr>
          <p:cNvGrpSpPr>
            <a:grpSpLocks/>
          </p:cNvGrpSpPr>
          <p:nvPr/>
        </p:nvGrpSpPr>
        <p:grpSpPr bwMode="auto">
          <a:xfrm>
            <a:off x="4894118" y="3594995"/>
            <a:ext cx="1205047" cy="1115951"/>
            <a:chOff x="356" y="1730"/>
            <a:chExt cx="1084" cy="910"/>
          </a:xfrm>
        </p:grpSpPr>
        <p:sp>
          <p:nvSpPr>
            <p:cNvPr id="35" name="Oval 21">
              <a:extLst>
                <a:ext uri="{FF2B5EF4-FFF2-40B4-BE49-F238E27FC236}">
                  <a16:creationId xmlns:a16="http://schemas.microsoft.com/office/drawing/2014/main" id="{D86B172D-6F40-8AE9-7107-3EC943F35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" y="173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23">
              <a:extLst>
                <a:ext uri="{FF2B5EF4-FFF2-40B4-BE49-F238E27FC236}">
                  <a16:creationId xmlns:a16="http://schemas.microsoft.com/office/drawing/2014/main" id="{4642445F-9562-9723-F5CD-03992C73F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4">
              <a:extLst>
                <a:ext uri="{FF2B5EF4-FFF2-40B4-BE49-F238E27FC236}">
                  <a16:creationId xmlns:a16="http://schemas.microsoft.com/office/drawing/2014/main" id="{16174BA5-E165-6C86-4C4D-23BC892AC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5">
              <a:extLst>
                <a:ext uri="{FF2B5EF4-FFF2-40B4-BE49-F238E27FC236}">
                  <a16:creationId xmlns:a16="http://schemas.microsoft.com/office/drawing/2014/main" id="{6972E46C-F6B0-A2D7-152A-26B00409E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6">
              <a:extLst>
                <a:ext uri="{FF2B5EF4-FFF2-40B4-BE49-F238E27FC236}">
                  <a16:creationId xmlns:a16="http://schemas.microsoft.com/office/drawing/2014/main" id="{53D92DCB-951F-C4AA-7B32-1364954A5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riangle 39">
            <a:extLst>
              <a:ext uri="{FF2B5EF4-FFF2-40B4-BE49-F238E27FC236}">
                <a16:creationId xmlns:a16="http://schemas.microsoft.com/office/drawing/2014/main" id="{BF3D9117-786D-A49B-3D26-409825C864AB}"/>
              </a:ext>
            </a:extLst>
          </p:cNvPr>
          <p:cNvSpPr/>
          <p:nvPr/>
        </p:nvSpPr>
        <p:spPr bwMode="auto">
          <a:xfrm>
            <a:off x="5600505" y="3669863"/>
            <a:ext cx="318631" cy="252248"/>
          </a:xfrm>
          <a:prstGeom prst="triangl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A431D72-EB87-8DAE-CCAC-2910FEFC1BF6}"/>
              </a:ext>
            </a:extLst>
          </p:cNvPr>
          <p:cNvSpPr/>
          <p:nvPr/>
        </p:nvSpPr>
        <p:spPr bwMode="auto">
          <a:xfrm>
            <a:off x="4882424" y="3903320"/>
            <a:ext cx="319872" cy="449626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3C4E341-782A-EF28-91D9-B1D710DF7371}"/>
              </a:ext>
            </a:extLst>
          </p:cNvPr>
          <p:cNvSpPr/>
          <p:nvPr/>
        </p:nvSpPr>
        <p:spPr bwMode="auto">
          <a:xfrm>
            <a:off x="5611910" y="3907323"/>
            <a:ext cx="319872" cy="449626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EEF63B-C531-BE7D-9430-C8FBA7CBEF7D}"/>
              </a:ext>
            </a:extLst>
          </p:cNvPr>
          <p:cNvSpPr txBox="1"/>
          <p:nvPr/>
        </p:nvSpPr>
        <p:spPr>
          <a:xfrm>
            <a:off x="4921508" y="4780239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7827A2-B4E9-C569-2FB4-651E9B00D4D2}"/>
              </a:ext>
            </a:extLst>
          </p:cNvPr>
          <p:cNvSpPr txBox="1"/>
          <p:nvPr/>
        </p:nvSpPr>
        <p:spPr>
          <a:xfrm>
            <a:off x="5588296" y="4803702"/>
            <a:ext cx="29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</a:p>
        </p:txBody>
      </p:sp>
      <p:grpSp>
        <p:nvGrpSpPr>
          <p:cNvPr id="45" name="Group 20">
            <a:extLst>
              <a:ext uri="{FF2B5EF4-FFF2-40B4-BE49-F238E27FC236}">
                <a16:creationId xmlns:a16="http://schemas.microsoft.com/office/drawing/2014/main" id="{E3D97875-AE07-AE4C-A444-41D8619F1A68}"/>
              </a:ext>
            </a:extLst>
          </p:cNvPr>
          <p:cNvGrpSpPr>
            <a:grpSpLocks/>
          </p:cNvGrpSpPr>
          <p:nvPr/>
        </p:nvGrpSpPr>
        <p:grpSpPr bwMode="auto">
          <a:xfrm>
            <a:off x="6244156" y="3937326"/>
            <a:ext cx="693680" cy="765224"/>
            <a:chOff x="816" y="2016"/>
            <a:chExt cx="624" cy="624"/>
          </a:xfrm>
        </p:grpSpPr>
        <p:sp>
          <p:nvSpPr>
            <p:cNvPr id="46" name="Line 23">
              <a:extLst>
                <a:ext uri="{FF2B5EF4-FFF2-40B4-BE49-F238E27FC236}">
                  <a16:creationId xmlns:a16="http://schemas.microsoft.com/office/drawing/2014/main" id="{BCF63105-E57D-F7A2-B7BC-808990C61F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4">
              <a:extLst>
                <a:ext uri="{FF2B5EF4-FFF2-40B4-BE49-F238E27FC236}">
                  <a16:creationId xmlns:a16="http://schemas.microsoft.com/office/drawing/2014/main" id="{14D857D6-66BF-AA73-F5B5-B734D1BA9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D8251FD2-CA9C-49DC-9FC3-E4B0300190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6">
              <a:extLst>
                <a:ext uri="{FF2B5EF4-FFF2-40B4-BE49-F238E27FC236}">
                  <a16:creationId xmlns:a16="http://schemas.microsoft.com/office/drawing/2014/main" id="{373B150F-EF41-F207-C706-97DBAD4FC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71175D9C-92C3-5109-E6F9-2AA5970AEAFD}"/>
              </a:ext>
            </a:extLst>
          </p:cNvPr>
          <p:cNvSpPr/>
          <p:nvPr/>
        </p:nvSpPr>
        <p:spPr bwMode="auto">
          <a:xfrm>
            <a:off x="6441274" y="3878462"/>
            <a:ext cx="319872" cy="449626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51" name="Oval 21">
            <a:extLst>
              <a:ext uri="{FF2B5EF4-FFF2-40B4-BE49-F238E27FC236}">
                <a16:creationId xmlns:a16="http://schemas.microsoft.com/office/drawing/2014/main" id="{52817C48-7209-6127-A5B4-1CC914715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534" y="3528203"/>
            <a:ext cx="266800" cy="371294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7320EC-B868-40A7-B536-99B514515649}"/>
              </a:ext>
            </a:extLst>
          </p:cNvPr>
          <p:cNvSpPr txBox="1"/>
          <p:nvPr/>
        </p:nvSpPr>
        <p:spPr>
          <a:xfrm>
            <a:off x="6414218" y="472854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832CE0-84EC-602A-60D8-8948E813358C}"/>
              </a:ext>
            </a:extLst>
          </p:cNvPr>
          <p:cNvSpPr txBox="1"/>
          <p:nvPr/>
        </p:nvSpPr>
        <p:spPr>
          <a:xfrm>
            <a:off x="2623904" y="5357639"/>
            <a:ext cx="694061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there any rules that make sense here?</a:t>
            </a: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make a rule here that only applies to this subgroup</a:t>
            </a: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“recursive partitioning” </a:t>
            </a:r>
          </a:p>
        </p:txBody>
      </p:sp>
    </p:spTree>
    <p:extLst>
      <p:ext uri="{BB962C8B-B14F-4D97-AF65-F5344CB8AC3E}">
        <p14:creationId xmlns:p14="http://schemas.microsoft.com/office/powerpoint/2010/main" val="174151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39176-E8AA-57EA-DC79-AF35DD41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5C893-DBF8-CD93-AFB5-075088659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918" y="77384"/>
            <a:ext cx="7551683" cy="363975"/>
          </a:xfrm>
        </p:spPr>
        <p:txBody>
          <a:bodyPr>
            <a:normAutofit fontScale="90000"/>
          </a:bodyPr>
          <a:lstStyle/>
          <a:p>
            <a:r>
              <a:rPr lang="en-US" dirty="0"/>
              <a:t>Put it all together</a:t>
            </a:r>
          </a:p>
        </p:txBody>
      </p:sp>
      <p:pic>
        <p:nvPicPr>
          <p:cNvPr id="149" name="Picture 148" descr="A group of people holding hands&#10;&#10;Description automatically generated">
            <a:extLst>
              <a:ext uri="{FF2B5EF4-FFF2-40B4-BE49-F238E27FC236}">
                <a16:creationId xmlns:a16="http://schemas.microsoft.com/office/drawing/2014/main" id="{5D791AA7-8227-1B7B-CDDD-113D21CB9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21" y="2342211"/>
            <a:ext cx="1607200" cy="1739299"/>
          </a:xfrm>
          <a:prstGeom prst="rect">
            <a:avLst/>
          </a:prstGeom>
        </p:spPr>
      </p:pic>
      <p:pic>
        <p:nvPicPr>
          <p:cNvPr id="151" name="Picture 150" descr="A group of people holding hands&#10;&#10;Description automatically generated">
            <a:extLst>
              <a:ext uri="{FF2B5EF4-FFF2-40B4-BE49-F238E27FC236}">
                <a16:creationId xmlns:a16="http://schemas.microsoft.com/office/drawing/2014/main" id="{A2F241BC-3346-BFB7-DA01-ECE819E80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342" y="2343888"/>
            <a:ext cx="1315624" cy="1739299"/>
          </a:xfrm>
          <a:prstGeom prst="rect">
            <a:avLst/>
          </a:prstGeom>
        </p:spPr>
      </p:pic>
      <p:pic>
        <p:nvPicPr>
          <p:cNvPr id="153" name="Picture 152" descr="A couple of people holding hands&#10;&#10;Description automatically generated">
            <a:extLst>
              <a:ext uri="{FF2B5EF4-FFF2-40B4-BE49-F238E27FC236}">
                <a16:creationId xmlns:a16="http://schemas.microsoft.com/office/drawing/2014/main" id="{5E192209-7F04-973E-92CD-E3BBB1B50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858" y="692483"/>
            <a:ext cx="5257800" cy="1016000"/>
          </a:xfrm>
          <a:prstGeom prst="rect">
            <a:avLst/>
          </a:prstGeom>
        </p:spPr>
      </p:pic>
      <p:pic>
        <p:nvPicPr>
          <p:cNvPr id="171" name="Picture 170" descr="A close-up of a couple of blue figures&#10;&#10;Description automatically generated">
            <a:extLst>
              <a:ext uri="{FF2B5EF4-FFF2-40B4-BE49-F238E27FC236}">
                <a16:creationId xmlns:a16="http://schemas.microsoft.com/office/drawing/2014/main" id="{1B68985D-08F5-F0AD-FF00-61B3A8E45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3020" y="5296025"/>
            <a:ext cx="1300481" cy="1016001"/>
          </a:xfrm>
          <a:prstGeom prst="rect">
            <a:avLst/>
          </a:prstGeom>
        </p:spPr>
      </p:pic>
      <p:pic>
        <p:nvPicPr>
          <p:cNvPr id="173" name="Picture 172" descr="A group of images of people holding hands&#10;&#10;Description automatically generated">
            <a:extLst>
              <a:ext uri="{FF2B5EF4-FFF2-40B4-BE49-F238E27FC236}">
                <a16:creationId xmlns:a16="http://schemas.microsoft.com/office/drawing/2014/main" id="{AD664434-8C1C-6F8E-F62A-4D84FED6B9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0" y="5089648"/>
            <a:ext cx="674633" cy="1485900"/>
          </a:xfrm>
          <a:prstGeom prst="rect">
            <a:avLst/>
          </a:prstGeom>
        </p:spPr>
      </p:pic>
      <p:sp>
        <p:nvSpPr>
          <p:cNvPr id="190" name="Line 82">
            <a:extLst>
              <a:ext uri="{FF2B5EF4-FFF2-40B4-BE49-F238E27FC236}">
                <a16:creationId xmlns:a16="http://schemas.microsoft.com/office/drawing/2014/main" id="{52F7A631-B5D7-50AA-FF95-8199C3F6C4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8845" y="1959609"/>
            <a:ext cx="451157" cy="30100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1" name="Line 82">
            <a:extLst>
              <a:ext uri="{FF2B5EF4-FFF2-40B4-BE49-F238E27FC236}">
                <a16:creationId xmlns:a16="http://schemas.microsoft.com/office/drawing/2014/main" id="{E5635AF2-DC1E-CFF0-9458-495A43797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2933" y="1870506"/>
            <a:ext cx="451156" cy="377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2CF9FD1-558E-C03D-2A89-447BB2068F69}"/>
              </a:ext>
            </a:extLst>
          </p:cNvPr>
          <p:cNvSpPr txBox="1"/>
          <p:nvPr/>
        </p:nvSpPr>
        <p:spPr>
          <a:xfrm>
            <a:off x="3540914" y="1904323"/>
            <a:ext cx="1477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body-shape=oval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499CD15-3EE7-96D0-87B7-80023F1A9813}"/>
              </a:ext>
            </a:extLst>
          </p:cNvPr>
          <p:cNvSpPr txBox="1"/>
          <p:nvPr/>
        </p:nvSpPr>
        <p:spPr>
          <a:xfrm>
            <a:off x="7101425" y="1853108"/>
            <a:ext cx="1477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body-shape=rectangle</a:t>
            </a:r>
          </a:p>
        </p:txBody>
      </p:sp>
      <p:sp>
        <p:nvSpPr>
          <p:cNvPr id="194" name="Line 82">
            <a:extLst>
              <a:ext uri="{FF2B5EF4-FFF2-40B4-BE49-F238E27FC236}">
                <a16:creationId xmlns:a16="http://schemas.microsoft.com/office/drawing/2014/main" id="{9EFE2383-B6C6-C75C-869A-DED2C1CBA1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8098" y="4475497"/>
            <a:ext cx="451157" cy="56133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421D626-2C9A-A6CA-3C0E-89F67637F7A1}"/>
              </a:ext>
            </a:extLst>
          </p:cNvPr>
          <p:cNvSpPr txBox="1"/>
          <p:nvPr/>
        </p:nvSpPr>
        <p:spPr>
          <a:xfrm>
            <a:off x="1998346" y="4568658"/>
            <a:ext cx="1477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Head-size=large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F145499-33F1-510E-BCF4-5722B1DB17A2}"/>
              </a:ext>
            </a:extLst>
          </p:cNvPr>
          <p:cNvSpPr txBox="1"/>
          <p:nvPr/>
        </p:nvSpPr>
        <p:spPr>
          <a:xfrm>
            <a:off x="4500006" y="4554415"/>
            <a:ext cx="1477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Head-size=normal</a:t>
            </a:r>
          </a:p>
        </p:txBody>
      </p:sp>
      <p:sp>
        <p:nvSpPr>
          <p:cNvPr id="197" name="Line 82">
            <a:extLst>
              <a:ext uri="{FF2B5EF4-FFF2-40B4-BE49-F238E27FC236}">
                <a16:creationId xmlns:a16="http://schemas.microsoft.com/office/drawing/2014/main" id="{072C84CC-D679-DB47-FD36-522FF746B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694" y="4403978"/>
            <a:ext cx="410994" cy="63285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8" name="Line 82">
            <a:extLst>
              <a:ext uri="{FF2B5EF4-FFF2-40B4-BE49-F238E27FC236}">
                <a16:creationId xmlns:a16="http://schemas.microsoft.com/office/drawing/2014/main" id="{9F922BDF-63C4-5B3F-ADB5-851724F8F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7511" y="4255950"/>
            <a:ext cx="451157" cy="56133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BD0C7E8-C9BB-F2E6-FBEF-2AE6C8C2C7FD}"/>
              </a:ext>
            </a:extLst>
          </p:cNvPr>
          <p:cNvSpPr txBox="1"/>
          <p:nvPr/>
        </p:nvSpPr>
        <p:spPr>
          <a:xfrm>
            <a:off x="5977759" y="4349111"/>
            <a:ext cx="1477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Body-shading=dark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5917D97-52BF-87E6-F233-21459D5AF929}"/>
              </a:ext>
            </a:extLst>
          </p:cNvPr>
          <p:cNvSpPr txBox="1"/>
          <p:nvPr/>
        </p:nvSpPr>
        <p:spPr>
          <a:xfrm>
            <a:off x="8479419" y="4334868"/>
            <a:ext cx="14777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Body-shading=light</a:t>
            </a:r>
          </a:p>
        </p:txBody>
      </p:sp>
      <p:sp>
        <p:nvSpPr>
          <p:cNvPr id="201" name="Line 82">
            <a:extLst>
              <a:ext uri="{FF2B5EF4-FFF2-40B4-BE49-F238E27FC236}">
                <a16:creationId xmlns:a16="http://schemas.microsoft.com/office/drawing/2014/main" id="{4361091E-FA37-5D1D-8D65-EA969F22E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4107" y="4184431"/>
            <a:ext cx="410994" cy="63285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202" name="Group 20">
            <a:extLst>
              <a:ext uri="{FF2B5EF4-FFF2-40B4-BE49-F238E27FC236}">
                <a16:creationId xmlns:a16="http://schemas.microsoft.com/office/drawing/2014/main" id="{1732683B-79E7-0359-EC09-387973682F51}"/>
              </a:ext>
            </a:extLst>
          </p:cNvPr>
          <p:cNvGrpSpPr>
            <a:grpSpLocks/>
          </p:cNvGrpSpPr>
          <p:nvPr/>
        </p:nvGrpSpPr>
        <p:grpSpPr bwMode="auto">
          <a:xfrm>
            <a:off x="6619361" y="5193427"/>
            <a:ext cx="693680" cy="824087"/>
            <a:chOff x="816" y="1968"/>
            <a:chExt cx="624" cy="672"/>
          </a:xfrm>
        </p:grpSpPr>
        <p:sp>
          <p:nvSpPr>
            <p:cNvPr id="203" name="Rectangle 22">
              <a:extLst>
                <a:ext uri="{FF2B5EF4-FFF2-40B4-BE49-F238E27FC236}">
                  <a16:creationId xmlns:a16="http://schemas.microsoft.com/office/drawing/2014/main" id="{9D5410F0-2832-529C-E555-321E61236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968"/>
              <a:ext cx="240" cy="3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4" name="Line 23">
              <a:extLst>
                <a:ext uri="{FF2B5EF4-FFF2-40B4-BE49-F238E27FC236}">
                  <a16:creationId xmlns:a16="http://schemas.microsoft.com/office/drawing/2014/main" id="{AE6D7613-3305-301F-D6AE-4A0DFB1F89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Line 24">
              <a:extLst>
                <a:ext uri="{FF2B5EF4-FFF2-40B4-BE49-F238E27FC236}">
                  <a16:creationId xmlns:a16="http://schemas.microsoft.com/office/drawing/2014/main" id="{C5B32718-5CCB-00C3-8D58-8F37068983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Line 25">
              <a:extLst>
                <a:ext uri="{FF2B5EF4-FFF2-40B4-BE49-F238E27FC236}">
                  <a16:creationId xmlns:a16="http://schemas.microsoft.com/office/drawing/2014/main" id="{3BEFFA67-2830-F713-E27D-4EE96569B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Line 26">
              <a:extLst>
                <a:ext uri="{FF2B5EF4-FFF2-40B4-BE49-F238E27FC236}">
                  <a16:creationId xmlns:a16="http://schemas.microsoft.com/office/drawing/2014/main" id="{5C9FB0EA-EA51-49D3-960E-5B729E644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8" name="Triangle 207">
            <a:extLst>
              <a:ext uri="{FF2B5EF4-FFF2-40B4-BE49-F238E27FC236}">
                <a16:creationId xmlns:a16="http://schemas.microsoft.com/office/drawing/2014/main" id="{F4C2194D-7B1A-A747-BB12-AD989B0571E0}"/>
              </a:ext>
            </a:extLst>
          </p:cNvPr>
          <p:cNvSpPr/>
          <p:nvPr/>
        </p:nvSpPr>
        <p:spPr bwMode="auto">
          <a:xfrm>
            <a:off x="6824904" y="4950673"/>
            <a:ext cx="318631" cy="252248"/>
          </a:xfrm>
          <a:prstGeom prst="triangl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7D735881-B6BD-A87E-475A-9A35C7DA4709}"/>
              </a:ext>
            </a:extLst>
          </p:cNvPr>
          <p:cNvSpPr txBox="1"/>
          <p:nvPr/>
        </p:nvSpPr>
        <p:spPr>
          <a:xfrm>
            <a:off x="6832801" y="6089695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pic>
        <p:nvPicPr>
          <p:cNvPr id="211" name="Picture 210" descr="A group of people holding hands&#10;&#10;Description automatically generated">
            <a:extLst>
              <a:ext uri="{FF2B5EF4-FFF2-40B4-BE49-F238E27FC236}">
                <a16:creationId xmlns:a16="http://schemas.microsoft.com/office/drawing/2014/main" id="{53B93F1E-5291-9485-274F-0BE1954F8C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889" y="4908818"/>
            <a:ext cx="1480610" cy="1748837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37567C88-FB42-5210-8E9E-F96694A36A2F}"/>
              </a:ext>
            </a:extLst>
          </p:cNvPr>
          <p:cNvSpPr txBox="1"/>
          <p:nvPr/>
        </p:nvSpPr>
        <p:spPr>
          <a:xfrm>
            <a:off x="9243515" y="1000428"/>
            <a:ext cx="71365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50%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E5D24C8-A392-7A79-C169-06BFF0A9539E}"/>
              </a:ext>
            </a:extLst>
          </p:cNvPr>
          <p:cNvSpPr txBox="1"/>
          <p:nvPr/>
        </p:nvSpPr>
        <p:spPr>
          <a:xfrm>
            <a:off x="2424685" y="2908400"/>
            <a:ext cx="71365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16%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4B30779-5F81-75F0-655D-6F6552548A1C}"/>
              </a:ext>
            </a:extLst>
          </p:cNvPr>
          <p:cNvSpPr txBox="1"/>
          <p:nvPr/>
        </p:nvSpPr>
        <p:spPr>
          <a:xfrm>
            <a:off x="8905612" y="2934935"/>
            <a:ext cx="71365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84%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86A4766-E143-987C-7C38-4A4586335483}"/>
              </a:ext>
            </a:extLst>
          </p:cNvPr>
          <p:cNvSpPr txBox="1"/>
          <p:nvPr/>
        </p:nvSpPr>
        <p:spPr>
          <a:xfrm>
            <a:off x="6204191" y="6223880"/>
            <a:ext cx="57419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0%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94C4A65-D599-F90D-2D71-7B1FABB01517}"/>
              </a:ext>
            </a:extLst>
          </p:cNvPr>
          <p:cNvSpPr txBox="1"/>
          <p:nvPr/>
        </p:nvSpPr>
        <p:spPr>
          <a:xfrm>
            <a:off x="9262440" y="5805407"/>
            <a:ext cx="85311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3BD9F87-9E84-C101-4951-E0DEE83D820F}"/>
              </a:ext>
            </a:extLst>
          </p:cNvPr>
          <p:cNvSpPr txBox="1"/>
          <p:nvPr/>
        </p:nvSpPr>
        <p:spPr>
          <a:xfrm>
            <a:off x="2026264" y="6156295"/>
            <a:ext cx="57419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0%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81E62CF-0A49-C66C-EE3D-F83DE4746EE0}"/>
              </a:ext>
            </a:extLst>
          </p:cNvPr>
          <p:cNvSpPr txBox="1"/>
          <p:nvPr/>
        </p:nvSpPr>
        <p:spPr>
          <a:xfrm>
            <a:off x="3609255" y="6257545"/>
            <a:ext cx="71365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72916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91" grpId="0" animBg="1"/>
      <p:bldP spid="192" grpId="0"/>
      <p:bldP spid="193" grpId="0"/>
      <p:bldP spid="194" grpId="0" animBg="1"/>
      <p:bldP spid="195" grpId="0"/>
      <p:bldP spid="196" grpId="0"/>
      <p:bldP spid="197" grpId="0" animBg="1"/>
      <p:bldP spid="198" grpId="0" animBg="1"/>
      <p:bldP spid="199" grpId="0"/>
      <p:bldP spid="200" grpId="0"/>
      <p:bldP spid="201" grpId="0" animBg="1"/>
      <p:bldP spid="208" grpId="0" animBg="1"/>
      <p:bldP spid="209" grpId="0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01E59-FE2A-B847-EA8B-D0DC7695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2341B-6820-AF3A-760D-6D8F875D1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55" y="1021899"/>
            <a:ext cx="7170523" cy="569957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This is known as a </a:t>
            </a:r>
            <a:r>
              <a:rPr lang="en-US" sz="2400" b="1" dirty="0">
                <a:solidFill>
                  <a:schemeClr val="accent2"/>
                </a:solidFill>
              </a:rPr>
              <a:t>decision tree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chemeClr val="accent2"/>
                </a:solidFill>
              </a:rPr>
              <a:t>classification tree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Start with all of the data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At each level you create a rule that creates “branches”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Each branch splits independent of previous splits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Bottom level are called the “leaves”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Each data point falls in one and only one leaf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Each leaf is defined by a set of rules that got us there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Each leaf gets labelled with the majority class for those that fell in the leaf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New data can now be classified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Every new instance goes to a single leaf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56603-4BDD-75C5-C6B9-5FAE3B04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54" y="67083"/>
            <a:ext cx="10515600" cy="1001559"/>
          </a:xfrm>
        </p:spPr>
        <p:txBody>
          <a:bodyPr/>
          <a:lstStyle/>
          <a:p>
            <a:r>
              <a:rPr lang="en-US" dirty="0"/>
              <a:t>Decision / Classification Tree</a:t>
            </a:r>
          </a:p>
        </p:txBody>
      </p:sp>
      <p:pic>
        <p:nvPicPr>
          <p:cNvPr id="8" name="Picture 7" descr="A tree with no leaves&#10;&#10;Description automatically generated">
            <a:extLst>
              <a:ext uri="{FF2B5EF4-FFF2-40B4-BE49-F238E27FC236}">
                <a16:creationId xmlns:a16="http://schemas.microsoft.com/office/drawing/2014/main" id="{30A2E0DA-B020-F89A-F9B9-CE65527D6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832" y="3871687"/>
            <a:ext cx="3164276" cy="24184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5FC1BA-25CF-C718-B175-386AC8F56E01}"/>
              </a:ext>
            </a:extLst>
          </p:cNvPr>
          <p:cNvGrpSpPr/>
          <p:nvPr/>
        </p:nvGrpSpPr>
        <p:grpSpPr>
          <a:xfrm>
            <a:off x="7807832" y="904318"/>
            <a:ext cx="3870857" cy="2990740"/>
            <a:chOff x="5966860" y="1148904"/>
            <a:chExt cx="3164276" cy="2423448"/>
          </a:xfrm>
        </p:grpSpPr>
        <p:pic>
          <p:nvPicPr>
            <p:cNvPr id="6" name="Picture 5" descr="A diagram of different shapes and sizes of people&#10;&#10;Description automatically generated">
              <a:extLst>
                <a:ext uri="{FF2B5EF4-FFF2-40B4-BE49-F238E27FC236}">
                  <a16:creationId xmlns:a16="http://schemas.microsoft.com/office/drawing/2014/main" id="{01E6D4FF-F8F5-8B8B-4C82-8C75D319B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6860" y="1148904"/>
              <a:ext cx="3164276" cy="241737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679C03-3ABF-4738-14CA-976DEAC45246}"/>
                </a:ext>
              </a:extLst>
            </p:cNvPr>
            <p:cNvSpPr txBox="1"/>
            <p:nvPr/>
          </p:nvSpPr>
          <p:spPr>
            <a:xfrm>
              <a:off x="6526849" y="3387686"/>
              <a:ext cx="357398" cy="18466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106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FF71D-5B26-EF48-E9C8-0D6145AC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390" y="6321513"/>
            <a:ext cx="2427394" cy="476250"/>
          </a:xfrm>
        </p:spPr>
        <p:txBody>
          <a:bodyPr/>
          <a:lstStyle/>
          <a:p>
            <a:fld id="{ABBEE3BA-F264-1746-880E-39AD601DF2B1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2446D-A750-7E70-F2D3-6512193B1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226" y="5909469"/>
            <a:ext cx="4233757" cy="920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do we predict for this person?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79277-160A-4A91-29E6-CB21E7FA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0" y="88552"/>
            <a:ext cx="10515600" cy="1001559"/>
          </a:xfrm>
        </p:spPr>
        <p:txBody>
          <a:bodyPr/>
          <a:lstStyle/>
          <a:p>
            <a:r>
              <a:rPr lang="en-US" dirty="0"/>
              <a:t>Representing a tree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114D03-3DF6-8052-89A8-FC25FE65B804}"/>
              </a:ext>
            </a:extLst>
          </p:cNvPr>
          <p:cNvSpPr txBox="1"/>
          <p:nvPr/>
        </p:nvSpPr>
        <p:spPr>
          <a:xfrm>
            <a:off x="9630402" y="3643281"/>
            <a:ext cx="1681237" cy="46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Body-shade</a:t>
            </a:r>
          </a:p>
          <a:p>
            <a:pPr>
              <a:buNone/>
            </a:pPr>
            <a:r>
              <a: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=light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1CFA9C-3A4A-0A02-E83F-9DB8F6AE3DBA}"/>
              </a:ext>
            </a:extLst>
          </p:cNvPr>
          <p:cNvGrpSpPr/>
          <p:nvPr/>
        </p:nvGrpSpPr>
        <p:grpSpPr>
          <a:xfrm>
            <a:off x="5890187" y="1339772"/>
            <a:ext cx="4896354" cy="4152894"/>
            <a:chOff x="4387490" y="1290092"/>
            <a:chExt cx="4896354" cy="41528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7FEDCD1-2A7E-FB73-B38D-6C1E93DA344A}"/>
                </a:ext>
              </a:extLst>
            </p:cNvPr>
            <p:cNvGrpSpPr/>
            <p:nvPr/>
          </p:nvGrpSpPr>
          <p:grpSpPr>
            <a:xfrm>
              <a:off x="5364302" y="1593522"/>
              <a:ext cx="3486712" cy="3463668"/>
              <a:chOff x="4886669" y="2140059"/>
              <a:chExt cx="3064707" cy="3463668"/>
            </a:xfrm>
          </p:grpSpPr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F966D112-EFEE-8D07-4818-D25650B0A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4273" y="2140059"/>
                <a:ext cx="1910255" cy="533400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None/>
                </a:pPr>
                <a:r>
                  <a:rPr lang="en-US" sz="1600" dirty="0">
                    <a:latin typeface="Tahoma" pitchFamily="34" charset="0"/>
                    <a:cs typeface="Arial" pitchFamily="34" charset="0"/>
                  </a:rPr>
                  <a:t>Yes (50%)</a:t>
                </a:r>
              </a:p>
            </p:txBody>
          </p:sp>
          <p:sp>
            <p:nvSpPr>
              <p:cNvPr id="8" name="Line 5">
                <a:extLst>
                  <a:ext uri="{FF2B5EF4-FFF2-40B4-BE49-F238E27FC236}">
                    <a16:creationId xmlns:a16="http://schemas.microsoft.com/office/drawing/2014/main" id="{2661E959-B06D-4911-6AC5-68851EB40A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23711" y="2759683"/>
                <a:ext cx="6096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Line 6">
                <a:extLst>
                  <a:ext uri="{FF2B5EF4-FFF2-40B4-BE49-F238E27FC236}">
                    <a16:creationId xmlns:a16="http://schemas.microsoft.com/office/drawing/2014/main" id="{B8666071-EF5B-AEAD-AD08-8AB0E913C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33311" y="2759683"/>
                <a:ext cx="6096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F62BA906-6D5E-E3CA-74A6-41FAE4741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4367" y="3591150"/>
                <a:ext cx="762000" cy="533400"/>
              </a:xfrm>
              <a:prstGeom prst="rect">
                <a:avLst/>
              </a:prstGeom>
              <a:solidFill>
                <a:srgbClr val="3399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None/>
                </a:pPr>
                <a:r>
                  <a:rPr lang="en-US" sz="1600" dirty="0">
                    <a:latin typeface="Tahoma" pitchFamily="34" charset="0"/>
                    <a:cs typeface="Arial" pitchFamily="34" charset="0"/>
                  </a:rPr>
                  <a:t>Yes</a:t>
                </a:r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62357539-359B-5CE0-C8C1-06A87A3E8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93469" y="4198475"/>
                <a:ext cx="264684" cy="757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3DE8A783-74D3-D8A7-68B8-1A1DB870D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153" y="4198475"/>
                <a:ext cx="609600" cy="685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DE3B62C-B58C-29D7-7330-90546D8E76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12153" y="4274675"/>
                <a:ext cx="16237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>
                  <a:buNone/>
                </a:pPr>
                <a:endParaRPr lang="en-US" sz="1600" dirty="0">
                  <a:latin typeface="Tahoma" pitchFamily="34" charset="0"/>
                  <a:cs typeface="Arial" pitchFamily="34" charset="0"/>
                </a:endParaRPr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C95B7F4D-58BF-7089-2889-4DA55F17F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18138" y="4252912"/>
                <a:ext cx="16237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>
                  <a:buNone/>
                </a:pPr>
                <a:endParaRPr lang="en-US" sz="1600" dirty="0">
                  <a:latin typeface="Tahoma" pitchFamily="34" charset="0"/>
                  <a:cs typeface="Arial" pitchFamily="34" charset="0"/>
                </a:endParaRPr>
              </a:p>
            </p:txBody>
          </p:sp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E8D03226-DBB5-AFA1-5F9B-1CCC002BE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99536" y="5069712"/>
                <a:ext cx="651840" cy="531227"/>
              </a:xfrm>
              <a:prstGeom prst="ellipse">
                <a:avLst/>
              </a:prstGeom>
              <a:solidFill>
                <a:srgbClr val="00B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None/>
                </a:pPr>
                <a:r>
                  <a:rPr lang="en-US" sz="1600" dirty="0">
                    <a:latin typeface="Tahoma" pitchFamily="34" charset="0"/>
                    <a:cs typeface="Arial" pitchFamily="34" charset="0"/>
                  </a:rPr>
                  <a:t>Yes</a:t>
                </a:r>
              </a:p>
            </p:txBody>
          </p:sp>
          <p:sp>
            <p:nvSpPr>
              <p:cNvPr id="18" name="Oval 25">
                <a:extLst>
                  <a:ext uri="{FF2B5EF4-FFF2-40B4-BE49-F238E27FC236}">
                    <a16:creationId xmlns:a16="http://schemas.microsoft.com/office/drawing/2014/main" id="{AE8FE9CE-2197-124A-63EE-562036D9F2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669" y="3588853"/>
                <a:ext cx="762001" cy="546331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None/>
                </a:pPr>
                <a:r>
                  <a:rPr lang="en-US" sz="1600" dirty="0">
                    <a:latin typeface="Tahoma" pitchFamily="34" charset="0"/>
                    <a:cs typeface="Arial" pitchFamily="34" charset="0"/>
                  </a:rPr>
                  <a:t>No</a:t>
                </a:r>
              </a:p>
            </p:txBody>
          </p:sp>
          <p:sp>
            <p:nvSpPr>
              <p:cNvPr id="19" name="Oval 26">
                <a:extLst>
                  <a:ext uri="{FF2B5EF4-FFF2-40B4-BE49-F238E27FC236}">
                    <a16:creationId xmlns:a16="http://schemas.microsoft.com/office/drawing/2014/main" id="{46EDAB3B-7A9F-F267-F38B-C2E76A187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8305" y="5037247"/>
                <a:ext cx="731586" cy="56648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buNone/>
                </a:pPr>
                <a:r>
                  <a:rPr lang="en-US" sz="1600" dirty="0">
                    <a:latin typeface="Tahoma" pitchFamily="34" charset="0"/>
                    <a:cs typeface="Arial" pitchFamily="34" charset="0"/>
                  </a:rPr>
                  <a:t>No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0EB3D52-D617-B98A-AE55-86EB15B4F5FE}"/>
                </a:ext>
              </a:extLst>
            </p:cNvPr>
            <p:cNvSpPr txBox="1"/>
            <p:nvPr/>
          </p:nvSpPr>
          <p:spPr>
            <a:xfrm>
              <a:off x="4959829" y="2389353"/>
              <a:ext cx="1681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body-shape=circle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52668A-0C2E-5760-DEF5-8614A8BB24A9}"/>
                </a:ext>
              </a:extLst>
            </p:cNvPr>
            <p:cNvSpPr txBox="1"/>
            <p:nvPr/>
          </p:nvSpPr>
          <p:spPr>
            <a:xfrm>
              <a:off x="6972035" y="2369322"/>
              <a:ext cx="1681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body-shape=</a:t>
              </a:r>
              <a:r>
                <a:rPr lang="en-US" sz="1100" i="1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rect</a:t>
              </a:r>
              <a:endParaRPr lang="en-US" sz="11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DB066C-6946-F801-EF32-9D51DEE2AD37}"/>
                </a:ext>
              </a:extLst>
            </p:cNvPr>
            <p:cNvSpPr txBox="1"/>
            <p:nvPr/>
          </p:nvSpPr>
          <p:spPr>
            <a:xfrm>
              <a:off x="4387490" y="4149411"/>
              <a:ext cx="1681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Head-size=large</a:t>
              </a:r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88A2B4BB-A412-B374-F98F-B28EBA132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47242" y="3806511"/>
              <a:ext cx="693541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1">
              <a:extLst>
                <a:ext uri="{FF2B5EF4-FFF2-40B4-BE49-F238E27FC236}">
                  <a16:creationId xmlns:a16="http://schemas.microsoft.com/office/drawing/2014/main" id="{A959433F-EAD9-DAA2-BAE7-3AFE1BF1E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3336" y="3817101"/>
              <a:ext cx="42556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70666DFD-3015-71D4-A0A5-DFBFF3DB0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843" y="3882711"/>
              <a:ext cx="21016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1" hangingPunct="1">
                <a:buNone/>
              </a:pPr>
              <a:endParaRPr lang="en-US" sz="1600" dirty="0">
                <a:latin typeface="Tahoma" pitchFamily="34" charset="0"/>
                <a:cs typeface="Arial" pitchFamily="34" charset="0"/>
              </a:endParaRPr>
            </a:p>
          </p:txBody>
        </p:sp>
        <p:sp>
          <p:nvSpPr>
            <p:cNvPr id="42" name="Oval 20">
              <a:extLst>
                <a:ext uri="{FF2B5EF4-FFF2-40B4-BE49-F238E27FC236}">
                  <a16:creationId xmlns:a16="http://schemas.microsoft.com/office/drawing/2014/main" id="{84496BCE-3305-DCF7-1DDE-47BD78DD7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9656" y="4568409"/>
              <a:ext cx="872631" cy="45838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buNone/>
              </a:pPr>
              <a:r>
                <a:rPr lang="en-US" sz="1600" dirty="0">
                  <a:latin typeface="Tahoma" pitchFamily="34" charset="0"/>
                  <a:cs typeface="Arial" pitchFamily="34" charset="0"/>
                </a:rPr>
                <a:t>No</a:t>
              </a:r>
            </a:p>
          </p:txBody>
        </p:sp>
        <p:sp>
          <p:nvSpPr>
            <p:cNvPr id="43" name="Oval 26">
              <a:extLst>
                <a:ext uri="{FF2B5EF4-FFF2-40B4-BE49-F238E27FC236}">
                  <a16:creationId xmlns:a16="http://schemas.microsoft.com/office/drawing/2014/main" id="{B77D369B-481C-135A-0045-7117CACE1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798" y="4535175"/>
              <a:ext cx="959323" cy="53458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buNone/>
              </a:pPr>
              <a:r>
                <a:rPr lang="en-US" sz="1600" dirty="0">
                  <a:latin typeface="Tahoma" pitchFamily="34" charset="0"/>
                  <a:cs typeface="Arial" pitchFamily="34" charset="0"/>
                </a:rPr>
                <a:t>No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40C32DF-99D4-D4CB-0F02-FD751A370463}"/>
                </a:ext>
              </a:extLst>
            </p:cNvPr>
            <p:cNvSpPr txBox="1"/>
            <p:nvPr/>
          </p:nvSpPr>
          <p:spPr>
            <a:xfrm>
              <a:off x="5667518" y="3990736"/>
              <a:ext cx="16812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Head-size=norm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57D5C3C-F490-8A25-2A78-38EE380D5E91}"/>
                </a:ext>
              </a:extLst>
            </p:cNvPr>
            <p:cNvSpPr txBox="1"/>
            <p:nvPr/>
          </p:nvSpPr>
          <p:spPr>
            <a:xfrm>
              <a:off x="6370298" y="3702211"/>
              <a:ext cx="1486531" cy="464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Body-shade  </a:t>
              </a:r>
            </a:p>
            <a:p>
              <a:pPr algn="ctr">
                <a:buNone/>
              </a:pPr>
              <a:r>
                <a:rPr lang="en-US" sz="1100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=dark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AA0967F-CE78-9877-1F15-2D6C4FA7F898}"/>
                </a:ext>
              </a:extLst>
            </p:cNvPr>
            <p:cNvSpPr txBox="1"/>
            <p:nvPr/>
          </p:nvSpPr>
          <p:spPr>
            <a:xfrm>
              <a:off x="8367221" y="1290092"/>
              <a:ext cx="68020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400" i="1" dirty="0">
                  <a:solidFill>
                    <a:schemeClr val="accent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root</a:t>
              </a:r>
              <a:endParaRPr lang="en-US" sz="2000" i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5A4D0B1-E810-1FC2-BC07-EB5B72F2FE93}"/>
                </a:ext>
              </a:extLst>
            </p:cNvPr>
            <p:cNvSpPr txBox="1"/>
            <p:nvPr/>
          </p:nvSpPr>
          <p:spPr>
            <a:xfrm>
              <a:off x="8603636" y="5135209"/>
              <a:ext cx="68020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400" i="1" dirty="0">
                  <a:solidFill>
                    <a:schemeClr val="accent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leaf</a:t>
              </a:r>
              <a:endParaRPr lang="en-US" sz="2000" i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F280FE-E9C8-9AC3-2EFA-94A75B7ABC62}"/>
                </a:ext>
              </a:extLst>
            </p:cNvPr>
            <p:cNvSpPr txBox="1"/>
            <p:nvPr/>
          </p:nvSpPr>
          <p:spPr>
            <a:xfrm>
              <a:off x="8367221" y="3060831"/>
              <a:ext cx="680208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1400" i="1" dirty="0">
                  <a:solidFill>
                    <a:schemeClr val="accent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node</a:t>
              </a:r>
              <a:endParaRPr lang="en-US" sz="2000" i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9" name="Group 20">
            <a:extLst>
              <a:ext uri="{FF2B5EF4-FFF2-40B4-BE49-F238E27FC236}">
                <a16:creationId xmlns:a16="http://schemas.microsoft.com/office/drawing/2014/main" id="{A4835591-6395-E4E3-D769-F74A54051C5D}"/>
              </a:ext>
            </a:extLst>
          </p:cNvPr>
          <p:cNvGrpSpPr>
            <a:grpSpLocks/>
          </p:cNvGrpSpPr>
          <p:nvPr/>
        </p:nvGrpSpPr>
        <p:grpSpPr bwMode="auto">
          <a:xfrm>
            <a:off x="6671242" y="5509870"/>
            <a:ext cx="693680" cy="1211604"/>
            <a:chOff x="816" y="1652"/>
            <a:chExt cx="624" cy="988"/>
          </a:xfrm>
        </p:grpSpPr>
        <p:sp>
          <p:nvSpPr>
            <p:cNvPr id="50" name="Oval 21">
              <a:extLst>
                <a:ext uri="{FF2B5EF4-FFF2-40B4-BE49-F238E27FC236}">
                  <a16:creationId xmlns:a16="http://schemas.microsoft.com/office/drawing/2014/main" id="{752A340D-D6DB-56AD-2196-A013147F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652"/>
              <a:ext cx="240" cy="31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23">
              <a:extLst>
                <a:ext uri="{FF2B5EF4-FFF2-40B4-BE49-F238E27FC236}">
                  <a16:creationId xmlns:a16="http://schemas.microsoft.com/office/drawing/2014/main" id="{C4150E2A-0C0D-72F2-54D8-F8283434C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4ED6F313-523F-4A10-D9E0-F3FF060F9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8" y="20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5">
              <a:extLst>
                <a:ext uri="{FF2B5EF4-FFF2-40B4-BE49-F238E27FC236}">
                  <a16:creationId xmlns:a16="http://schemas.microsoft.com/office/drawing/2014/main" id="{61520C2D-0195-0607-BB36-8B981FAD6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0845628C-6BAC-2E17-7711-F3542063D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00" y="2304"/>
              <a:ext cx="48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Rectangle 22">
            <a:extLst>
              <a:ext uri="{FF2B5EF4-FFF2-40B4-BE49-F238E27FC236}">
                <a16:creationId xmlns:a16="http://schemas.microsoft.com/office/drawing/2014/main" id="{5A7126A3-0B57-5603-DAC8-3B21D0341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612" y="5909469"/>
            <a:ext cx="266800" cy="4120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C2444E-7842-B9DB-2559-761F4CDA236C}"/>
              </a:ext>
            </a:extLst>
          </p:cNvPr>
          <p:cNvGrpSpPr/>
          <p:nvPr/>
        </p:nvGrpSpPr>
        <p:grpSpPr>
          <a:xfrm>
            <a:off x="1102466" y="1576648"/>
            <a:ext cx="4168590" cy="3184634"/>
            <a:chOff x="312443" y="1513490"/>
            <a:chExt cx="4168590" cy="3184634"/>
          </a:xfrm>
        </p:grpSpPr>
        <p:pic>
          <p:nvPicPr>
            <p:cNvPr id="5" name="Picture 4" descr="A diagram of different shapes and sizes of people&#10;&#10;Description automatically generated">
              <a:extLst>
                <a:ext uri="{FF2B5EF4-FFF2-40B4-BE49-F238E27FC236}">
                  <a16:creationId xmlns:a16="http://schemas.microsoft.com/office/drawing/2014/main" id="{1F891BAA-0521-10CB-53DB-EE70CF4C9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443" y="1513490"/>
              <a:ext cx="4168590" cy="318463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50C4B9-7C54-502E-260C-F6B48834926B}"/>
                </a:ext>
              </a:extLst>
            </p:cNvPr>
            <p:cNvSpPr txBox="1"/>
            <p:nvPr/>
          </p:nvSpPr>
          <p:spPr>
            <a:xfrm>
              <a:off x="1083019" y="4490710"/>
              <a:ext cx="357398" cy="18466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24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37" grpId="0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787E2-B75A-0E58-4890-0152ED55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8B568CD-B488-29A0-923B-54C18D9A3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159" y="921905"/>
            <a:ext cx="7018773" cy="588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CBAC15F-B88B-1178-00DB-B7D36043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68" y="1149023"/>
            <a:ext cx="3757488" cy="3947229"/>
          </a:xfrm>
        </p:spPr>
        <p:txBody>
          <a:bodyPr>
            <a:normAutofit/>
          </a:bodyPr>
          <a:lstStyle/>
          <a:p>
            <a:r>
              <a:rPr lang="en-US" sz="2400" dirty="0"/>
              <a:t>Personal Loan acceptance data</a:t>
            </a:r>
          </a:p>
          <a:p>
            <a:pPr lvl="1"/>
            <a:r>
              <a:rPr lang="en-US" dirty="0"/>
              <a:t>Shmueli Chap 9.4</a:t>
            </a:r>
          </a:p>
          <a:p>
            <a:r>
              <a:rPr lang="en-US" sz="2400" dirty="0"/>
              <a:t>Probability of success comes from leaf node</a:t>
            </a:r>
          </a:p>
          <a:p>
            <a:r>
              <a:rPr lang="en-US" sz="2400" dirty="0"/>
              <a:t>What cohort has the lowest percentage acceptance?</a:t>
            </a:r>
          </a:p>
          <a:p>
            <a:r>
              <a:rPr lang="en-US" sz="2400" dirty="0"/>
              <a:t>What about this person: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A7D88-A502-4569-D8AE-DAE912BD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88" y="47359"/>
            <a:ext cx="10515600" cy="1001559"/>
          </a:xfrm>
        </p:spPr>
        <p:txBody>
          <a:bodyPr/>
          <a:lstStyle/>
          <a:p>
            <a:r>
              <a:rPr lang="en-US" dirty="0"/>
              <a:t>Loan example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4CFF4D-4BB3-CC3B-0BD0-F6E4512BB66F}"/>
              </a:ext>
            </a:extLst>
          </p:cNvPr>
          <p:cNvGrpSpPr/>
          <p:nvPr/>
        </p:nvGrpSpPr>
        <p:grpSpPr>
          <a:xfrm>
            <a:off x="4133693" y="3601246"/>
            <a:ext cx="8085805" cy="3209395"/>
            <a:chOff x="4133693" y="3601246"/>
            <a:chExt cx="8085805" cy="32093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6711848-7C14-F4DA-4639-36E7F4DD9650}"/>
                </a:ext>
              </a:extLst>
            </p:cNvPr>
            <p:cNvSpPr txBox="1"/>
            <p:nvPr/>
          </p:nvSpPr>
          <p:spPr>
            <a:xfrm>
              <a:off x="4133693" y="5653512"/>
              <a:ext cx="718466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9.4%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565B140-1ECE-C31A-B200-8E9FDAFF75C9}"/>
                </a:ext>
              </a:extLst>
            </p:cNvPr>
            <p:cNvSpPr txBox="1"/>
            <p:nvPr/>
          </p:nvSpPr>
          <p:spPr>
            <a:xfrm>
              <a:off x="5036755" y="6441309"/>
              <a:ext cx="724878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4.8%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580C5A-E2A7-0E96-A4F9-B0A34370E9D9}"/>
                </a:ext>
              </a:extLst>
            </p:cNvPr>
            <p:cNvSpPr txBox="1"/>
            <p:nvPr/>
          </p:nvSpPr>
          <p:spPr>
            <a:xfrm>
              <a:off x="6779171" y="4726920"/>
              <a:ext cx="643125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75%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10BF8F-5757-48CE-87C8-6EED7D1EE402}"/>
                </a:ext>
              </a:extLst>
            </p:cNvPr>
            <p:cNvSpPr txBox="1"/>
            <p:nvPr/>
          </p:nvSpPr>
          <p:spPr>
            <a:xfrm>
              <a:off x="7734519" y="4726920"/>
              <a:ext cx="527709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0%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ECC59D-DF9A-B1BB-8EC8-D633D40AFCC4}"/>
                </a:ext>
              </a:extLst>
            </p:cNvPr>
            <p:cNvSpPr txBox="1"/>
            <p:nvPr/>
          </p:nvSpPr>
          <p:spPr>
            <a:xfrm>
              <a:off x="8739929" y="4726920"/>
              <a:ext cx="657552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96%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6DF543-9372-B497-4D97-05B56F27FD32}"/>
                </a:ext>
              </a:extLst>
            </p:cNvPr>
            <p:cNvSpPr txBox="1"/>
            <p:nvPr/>
          </p:nvSpPr>
          <p:spPr>
            <a:xfrm>
              <a:off x="9000064" y="5838178"/>
              <a:ext cx="599844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19%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42539B-457B-074E-3EB9-337282774DD7}"/>
                </a:ext>
              </a:extLst>
            </p:cNvPr>
            <p:cNvSpPr txBox="1"/>
            <p:nvPr/>
          </p:nvSpPr>
          <p:spPr>
            <a:xfrm>
              <a:off x="10945074" y="5786132"/>
              <a:ext cx="763351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100%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56DA2F-E477-9388-B374-CD07AA40E55E}"/>
                </a:ext>
              </a:extLst>
            </p:cNvPr>
            <p:cNvSpPr txBox="1"/>
            <p:nvPr/>
          </p:nvSpPr>
          <p:spPr>
            <a:xfrm>
              <a:off x="11456147" y="4726920"/>
              <a:ext cx="763351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100%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1D3A80-EC1D-675D-3A80-67D39E9FE668}"/>
                </a:ext>
              </a:extLst>
            </p:cNvPr>
            <p:cNvSpPr txBox="1"/>
            <p:nvPr/>
          </p:nvSpPr>
          <p:spPr>
            <a:xfrm>
              <a:off x="7399413" y="6415429"/>
              <a:ext cx="643125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75%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5F7679-BD5D-C83C-3804-626981F94DAC}"/>
                </a:ext>
              </a:extLst>
            </p:cNvPr>
            <p:cNvSpPr txBox="1"/>
            <p:nvPr/>
          </p:nvSpPr>
          <p:spPr>
            <a:xfrm>
              <a:off x="4546008" y="3601246"/>
              <a:ext cx="965329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Montserrat" pitchFamily="2" charset="77"/>
                </a:rPr>
                <a:t>0.001%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0196605-F3A0-CA61-CE85-53064566C5AE}"/>
              </a:ext>
            </a:extLst>
          </p:cNvPr>
          <p:cNvSpPr txBox="1"/>
          <p:nvPr/>
        </p:nvSpPr>
        <p:spPr>
          <a:xfrm>
            <a:off x="1135689" y="5024988"/>
            <a:ext cx="2106667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Montserrat" pitchFamily="2" charset="77"/>
              </a:rPr>
              <a:t>Income=110k</a:t>
            </a:r>
          </a:p>
          <a:p>
            <a:pPr algn="l"/>
            <a:r>
              <a:rPr lang="en-US" sz="2000" dirty="0" err="1">
                <a:latin typeface="Montserrat" pitchFamily="2" charset="77"/>
              </a:rPr>
              <a:t>CCAvg</a:t>
            </a:r>
            <a:r>
              <a:rPr lang="en-US" sz="2000" dirty="0">
                <a:latin typeface="Montserrat" pitchFamily="2" charset="77"/>
              </a:rPr>
              <a:t> = 2</a:t>
            </a:r>
          </a:p>
          <a:p>
            <a:pPr algn="l"/>
            <a:r>
              <a:rPr lang="en-US" sz="2000" dirty="0">
                <a:latin typeface="Montserrat" pitchFamily="2" charset="77"/>
              </a:rPr>
              <a:t>CD Account = 1</a:t>
            </a:r>
          </a:p>
          <a:p>
            <a:pPr algn="l"/>
            <a:r>
              <a:rPr lang="en-US" sz="2000" dirty="0">
                <a:latin typeface="Montserrat" pitchFamily="2" charset="77"/>
              </a:rPr>
              <a:t>Family = 3</a:t>
            </a:r>
          </a:p>
          <a:p>
            <a:pPr algn="l"/>
            <a:r>
              <a:rPr lang="en-US" sz="2000" dirty="0">
                <a:latin typeface="Montserrat" pitchFamily="2" charset="77"/>
              </a:rPr>
              <a:t>Education = 2</a:t>
            </a:r>
          </a:p>
        </p:txBody>
      </p:sp>
    </p:spTree>
    <p:extLst>
      <p:ext uri="{BB962C8B-B14F-4D97-AF65-F5344CB8AC3E}">
        <p14:creationId xmlns:p14="http://schemas.microsoft.com/office/powerpoint/2010/main" val="17593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9EEB-2A5C-278B-87D4-61F2760D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B61A-C1EC-CFD8-0052-86960DFC2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3803"/>
            <a:ext cx="3825655" cy="1250300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larger you build the tree, the more accurate it gets…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A8337-B780-CC78-4567-B6315090E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694D0A-D89B-12A9-E6EA-31D5A1277FCA}"/>
              </a:ext>
            </a:extLst>
          </p:cNvPr>
          <p:cNvSpPr txBox="1">
            <a:spLocks/>
          </p:cNvSpPr>
          <p:nvPr/>
        </p:nvSpPr>
        <p:spPr bwMode="auto">
          <a:xfrm>
            <a:off x="838200" y="4383181"/>
            <a:ext cx="3825655" cy="11215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ClrTx/>
              <a:buNone/>
            </a:pPr>
            <a:r>
              <a:rPr lang="en-US" kern="0" dirty="0"/>
              <a:t>Control against overfitting by using a TEST SET to measure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86E27-CA09-1F63-1C30-04F4D64BE1DC}"/>
              </a:ext>
            </a:extLst>
          </p:cNvPr>
          <p:cNvSpPr txBox="1"/>
          <p:nvPr/>
        </p:nvSpPr>
        <p:spPr>
          <a:xfrm>
            <a:off x="2263857" y="3028890"/>
            <a:ext cx="28877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…on the training set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🫤</a:t>
            </a:r>
            <a:endParaRPr lang="en-US" sz="20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0B693940-0EA5-04B5-764C-84CB7609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674" y="1541186"/>
            <a:ext cx="5859126" cy="367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2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0D35A-E458-4055-B705-D19B24BF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48FD5-0BD9-B8CB-1CD5-79834201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76" y="1534620"/>
            <a:ext cx="6807445" cy="4564511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Easy to understand (when small)</a:t>
            </a:r>
          </a:p>
          <a:p>
            <a:pPr>
              <a:lnSpc>
                <a:spcPct val="120000"/>
              </a:lnSpc>
            </a:pPr>
            <a:r>
              <a:rPr lang="en-US" dirty="0"/>
              <a:t>Easy to communicate to executives / non-technical stakeholders</a:t>
            </a:r>
          </a:p>
          <a:p>
            <a:pPr>
              <a:lnSpc>
                <a:spcPct val="120000"/>
              </a:lnSpc>
            </a:pPr>
            <a:r>
              <a:rPr lang="en-US" dirty="0"/>
              <a:t>Reasonable performance for simple model</a:t>
            </a:r>
          </a:p>
          <a:p>
            <a:pPr>
              <a:lnSpc>
                <a:spcPct val="120000"/>
              </a:lnSpc>
            </a:pPr>
            <a:r>
              <a:rPr lang="en-US" dirty="0"/>
              <a:t>Efficient fitting algorithms</a:t>
            </a:r>
          </a:p>
          <a:p>
            <a:pPr>
              <a:lnSpc>
                <a:spcPct val="120000"/>
              </a:lnSpc>
            </a:pPr>
            <a:r>
              <a:rPr lang="en-US" dirty="0"/>
              <a:t>Provides estimate of feature importance</a:t>
            </a:r>
          </a:p>
          <a:p>
            <a:pPr>
              <a:lnSpc>
                <a:spcPct val="120000"/>
              </a:lnSpc>
            </a:pPr>
            <a:r>
              <a:rPr lang="en-US" dirty="0"/>
              <a:t>Doesn’t make any distributional assumptions (normality,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CEEA6-3047-F28D-3B28-5397F5E6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20340"/>
            <a:ext cx="10515600" cy="1001559"/>
          </a:xfrm>
        </p:spPr>
        <p:txBody>
          <a:bodyPr/>
          <a:lstStyle/>
          <a:p>
            <a:r>
              <a:rPr lang="en-US" dirty="0"/>
              <a:t>Trees - Summary</a:t>
            </a:r>
          </a:p>
        </p:txBody>
      </p:sp>
      <p:pic>
        <p:nvPicPr>
          <p:cNvPr id="1026" name="Picture 2" descr="Simplify Your Paid Search Accounts With a Decision Tree">
            <a:extLst>
              <a:ext uri="{FF2B5EF4-FFF2-40B4-BE49-F238E27FC236}">
                <a16:creationId xmlns:a16="http://schemas.microsoft.com/office/drawing/2014/main" id="{2C93305B-5C1A-036B-EAA2-0C625C520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34621"/>
            <a:ext cx="4736824" cy="378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61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1BE6-C777-4E55-E630-C6959DC3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0A55C0-E49F-2CEC-999D-F2A70542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Placeholder 8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7C71D427-81A4-EBFC-D224-01D7ABC4F8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alphaModFix amt="48000"/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CB3F4CC-CEDA-64F6-F9FB-CABA276D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246"/>
            <a:ext cx="7393021" cy="836754"/>
          </a:xfrm>
        </p:spPr>
        <p:txBody>
          <a:bodyPr/>
          <a:lstStyle/>
          <a:p>
            <a:r>
              <a:rPr lang="en-US" dirty="0"/>
              <a:t>How to Grow Decision Trees </a:t>
            </a:r>
          </a:p>
        </p:txBody>
      </p:sp>
    </p:spTree>
    <p:extLst>
      <p:ext uri="{BB962C8B-B14F-4D97-AF65-F5344CB8AC3E}">
        <p14:creationId xmlns:p14="http://schemas.microsoft.com/office/powerpoint/2010/main" val="2918284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774E-75E6-1D08-AFCE-5DB1D728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F216-3626-A69B-C518-D22B9A4F0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591" y="1044397"/>
            <a:ext cx="4451131" cy="54945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Now we know how trees work, but still so many questions!</a:t>
            </a:r>
          </a:p>
          <a:p>
            <a:pPr lvl="1"/>
            <a:r>
              <a:rPr lang="en-US" dirty="0"/>
              <a:t>How do we know which variable to split on ?</a:t>
            </a:r>
          </a:p>
          <a:p>
            <a:pPr lvl="1"/>
            <a:r>
              <a:rPr lang="en-US" dirty="0"/>
              <a:t>How do we know where to split numeric attributes?</a:t>
            </a:r>
          </a:p>
          <a:p>
            <a:pPr lvl="1"/>
            <a:r>
              <a:rPr lang="en-US" dirty="0"/>
              <a:t>How many levels do we build the tree?</a:t>
            </a:r>
          </a:p>
          <a:p>
            <a:pPr lvl="1"/>
            <a:r>
              <a:rPr lang="en-US" dirty="0"/>
              <a:t>How do we evaluate performance?</a:t>
            </a:r>
          </a:p>
          <a:p>
            <a:pPr lvl="1"/>
            <a:endParaRPr lang="en-US" dirty="0"/>
          </a:p>
          <a:p>
            <a:r>
              <a:rPr lang="en-US" dirty="0"/>
              <a:t>Algorithms do the work, but we need to make some decisions along the way!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C44B1-9919-3B9A-E21E-29549F5B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646"/>
            <a:ext cx="4451131" cy="729214"/>
          </a:xfrm>
        </p:spPr>
        <p:txBody>
          <a:bodyPr>
            <a:normAutofit fontScale="90000"/>
          </a:bodyPr>
          <a:lstStyle/>
          <a:p>
            <a:r>
              <a:rPr lang="en-US" dirty="0"/>
              <a:t>Growing a Tree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1171E4-819B-BA42-4F6F-5FC8CE158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0" y="1200726"/>
            <a:ext cx="5311750" cy="445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61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04051-983B-99B2-54AF-93CB03D0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C309-E0F0-79C4-B12C-EC87D1BE4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82" y="1892579"/>
            <a:ext cx="4927220" cy="29712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 good split has: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pure branches</a:t>
            </a:r>
          </a:p>
          <a:p>
            <a:pPr marL="514350" indent="-514350">
              <a:buAutoNum type="arabicParenR"/>
            </a:pPr>
            <a:r>
              <a:rPr lang="en-US" dirty="0"/>
              <a:t>“coverage” of the data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E18EE-9A01-8569-C595-CAB207AD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7" y="0"/>
            <a:ext cx="10515600" cy="1001559"/>
          </a:xfrm>
        </p:spPr>
        <p:txBody>
          <a:bodyPr/>
          <a:lstStyle/>
          <a:p>
            <a:r>
              <a:rPr lang="en-US" dirty="0"/>
              <a:t>Growing a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8EBBE-FBE0-A86A-0879-64B54FF52CDA}"/>
              </a:ext>
            </a:extLst>
          </p:cNvPr>
          <p:cNvSpPr txBox="1"/>
          <p:nvPr/>
        </p:nvSpPr>
        <p:spPr>
          <a:xfrm>
            <a:off x="838200" y="1001559"/>
            <a:ext cx="318241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makes a good split?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11B404-E2DD-1822-95C1-14B869429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612067"/>
              </p:ext>
            </p:extLst>
          </p:nvPr>
        </p:nvGraphicFramePr>
        <p:xfrm>
          <a:off x="5591504" y="1001559"/>
          <a:ext cx="5926045" cy="464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209">
                  <a:extLst>
                    <a:ext uri="{9D8B030D-6E8A-4147-A177-3AD203B41FA5}">
                      <a16:colId xmlns:a16="http://schemas.microsoft.com/office/drawing/2014/main" val="3664165794"/>
                    </a:ext>
                  </a:extLst>
                </a:gridCol>
                <a:gridCol w="1042872">
                  <a:extLst>
                    <a:ext uri="{9D8B030D-6E8A-4147-A177-3AD203B41FA5}">
                      <a16:colId xmlns:a16="http://schemas.microsoft.com/office/drawing/2014/main" val="2240491404"/>
                    </a:ext>
                  </a:extLst>
                </a:gridCol>
                <a:gridCol w="1327546">
                  <a:extLst>
                    <a:ext uri="{9D8B030D-6E8A-4147-A177-3AD203B41FA5}">
                      <a16:colId xmlns:a16="http://schemas.microsoft.com/office/drawing/2014/main" val="1999583580"/>
                    </a:ext>
                  </a:extLst>
                </a:gridCol>
                <a:gridCol w="1185209">
                  <a:extLst>
                    <a:ext uri="{9D8B030D-6E8A-4147-A177-3AD203B41FA5}">
                      <a16:colId xmlns:a16="http://schemas.microsoft.com/office/drawing/2014/main" val="2970723237"/>
                    </a:ext>
                  </a:extLst>
                </a:gridCol>
                <a:gridCol w="1185209">
                  <a:extLst>
                    <a:ext uri="{9D8B030D-6E8A-4147-A177-3AD203B41FA5}">
                      <a16:colId xmlns:a16="http://schemas.microsoft.com/office/drawing/2014/main" val="2816014197"/>
                    </a:ext>
                  </a:extLst>
                </a:gridCol>
              </a:tblGrid>
              <a:tr h="54626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BodyType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BodyShading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56918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Amy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Circle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566552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Bertha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372219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Crista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260267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91169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Eliza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Rectangle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8742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Fran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Rectangle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862862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Gianna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Rectangle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359461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Hector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380329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Irina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12264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Jaquie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Rectangle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772936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Kendra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78532"/>
                  </a:ext>
                </a:extLst>
              </a:tr>
              <a:tr h="341413">
                <a:tc>
                  <a:txBody>
                    <a:bodyPr/>
                    <a:lstStyle/>
                    <a:p>
                      <a:r>
                        <a:rPr lang="en-US" sz="1400" dirty="0"/>
                        <a:t>LaToya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Light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8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27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421-2552-DB3E-50C5-30DD9A5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F7F6-6F4D-94A6-AF8D-59B5150F5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548" y="737889"/>
            <a:ext cx="8229600" cy="81741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more homogeneous (consistent) a group is, the more pure it 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81BB7-DBA1-CA4E-044B-58C399AC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2" y="75720"/>
            <a:ext cx="10586327" cy="562463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Measuring Impurity through Entropy</a:t>
            </a:r>
          </a:p>
        </p:txBody>
      </p:sp>
      <p:grpSp>
        <p:nvGrpSpPr>
          <p:cNvPr id="99" name="Group 3">
            <a:extLst>
              <a:ext uri="{FF2B5EF4-FFF2-40B4-BE49-F238E27FC236}">
                <a16:creationId xmlns:a16="http://schemas.microsoft.com/office/drawing/2014/main" id="{DDBFBD43-DDC9-5B38-0AE8-02D1977E56BD}"/>
              </a:ext>
            </a:extLst>
          </p:cNvPr>
          <p:cNvGrpSpPr>
            <a:grpSpLocks/>
          </p:cNvGrpSpPr>
          <p:nvPr/>
        </p:nvGrpSpPr>
        <p:grpSpPr bwMode="auto">
          <a:xfrm>
            <a:off x="1940718" y="2661517"/>
            <a:ext cx="2185988" cy="2125663"/>
            <a:chOff x="288" y="1733"/>
            <a:chExt cx="1377" cy="1339"/>
          </a:xfrm>
        </p:grpSpPr>
        <p:sp>
          <p:nvSpPr>
            <p:cNvPr id="100" name="Oval 4">
              <a:extLst>
                <a:ext uri="{FF2B5EF4-FFF2-40B4-BE49-F238E27FC236}">
                  <a16:creationId xmlns:a16="http://schemas.microsoft.com/office/drawing/2014/main" id="{D4FEDDD5-4819-6377-09DA-02BB25057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733"/>
              <a:ext cx="1377" cy="133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1" name="Oval 5">
              <a:extLst>
                <a:ext uri="{FF2B5EF4-FFF2-40B4-BE49-F238E27FC236}">
                  <a16:creationId xmlns:a16="http://schemas.microsoft.com/office/drawing/2014/main" id="{C6A86811-15A8-6FBC-CF9F-DA13F50D4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" name="Oval 6">
              <a:extLst>
                <a:ext uri="{FF2B5EF4-FFF2-40B4-BE49-F238E27FC236}">
                  <a16:creationId xmlns:a16="http://schemas.microsoft.com/office/drawing/2014/main" id="{67918F51-9B44-4D6E-2DE8-29B3A8F58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25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" name="Oval 7">
              <a:extLst>
                <a:ext uri="{FF2B5EF4-FFF2-40B4-BE49-F238E27FC236}">
                  <a16:creationId xmlns:a16="http://schemas.microsoft.com/office/drawing/2014/main" id="{6985F1D0-AD34-DC98-F350-41513B02E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01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" name="Oval 8">
              <a:extLst>
                <a:ext uri="{FF2B5EF4-FFF2-40B4-BE49-F238E27FC236}">
                  <a16:creationId xmlns:a16="http://schemas.microsoft.com/office/drawing/2014/main" id="{A87FF8DB-12AD-FABF-53CB-74F5FEE5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" name="Oval 9">
              <a:extLst>
                <a:ext uri="{FF2B5EF4-FFF2-40B4-BE49-F238E27FC236}">
                  <a16:creationId xmlns:a16="http://schemas.microsoft.com/office/drawing/2014/main" id="{5E2D080F-392F-2F8E-BB80-07318536A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4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" name="Oval 10">
              <a:extLst>
                <a:ext uri="{FF2B5EF4-FFF2-40B4-BE49-F238E27FC236}">
                  <a16:creationId xmlns:a16="http://schemas.microsoft.com/office/drawing/2014/main" id="{3C267CCB-60A0-9E9B-D888-7576CBE9D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87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" name="Oval 11">
              <a:extLst>
                <a:ext uri="{FF2B5EF4-FFF2-40B4-BE49-F238E27FC236}">
                  <a16:creationId xmlns:a16="http://schemas.microsoft.com/office/drawing/2014/main" id="{62065D79-26FF-6B65-684D-A92E4513E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2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8" name="Oval 12">
              <a:extLst>
                <a:ext uri="{FF2B5EF4-FFF2-40B4-BE49-F238E27FC236}">
                  <a16:creationId xmlns:a16="http://schemas.microsoft.com/office/drawing/2014/main" id="{D55AF094-E66C-443B-04E4-E262FD66C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1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09" name="Group 13">
              <a:extLst>
                <a:ext uri="{FF2B5EF4-FFF2-40B4-BE49-F238E27FC236}">
                  <a16:creationId xmlns:a16="http://schemas.microsoft.com/office/drawing/2014/main" id="{5DB93941-6B33-F873-5F7C-2034CAC008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872"/>
              <a:ext cx="144" cy="144"/>
              <a:chOff x="2880" y="2160"/>
              <a:chExt cx="192" cy="192"/>
            </a:xfrm>
          </p:grpSpPr>
          <p:sp>
            <p:nvSpPr>
              <p:cNvPr id="154" name="Line 14">
                <a:extLst>
                  <a:ext uri="{FF2B5EF4-FFF2-40B4-BE49-F238E27FC236}">
                    <a16:creationId xmlns:a16="http://schemas.microsoft.com/office/drawing/2014/main" id="{371C9F30-02ED-8DED-4FEB-59D3736BA8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Line 15">
                <a:extLst>
                  <a:ext uri="{FF2B5EF4-FFF2-40B4-BE49-F238E27FC236}">
                    <a16:creationId xmlns:a16="http://schemas.microsoft.com/office/drawing/2014/main" id="{3A0A2DFA-1DA0-45F0-086F-AFB3E87FF3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" name="Oval 16">
              <a:extLst>
                <a:ext uri="{FF2B5EF4-FFF2-40B4-BE49-F238E27FC236}">
                  <a16:creationId xmlns:a16="http://schemas.microsoft.com/office/drawing/2014/main" id="{6070938E-0886-0EE4-C38E-3A797062B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6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1" name="Oval 17">
              <a:extLst>
                <a:ext uri="{FF2B5EF4-FFF2-40B4-BE49-F238E27FC236}">
                  <a16:creationId xmlns:a16="http://schemas.microsoft.com/office/drawing/2014/main" id="{18928D8E-CA69-F55E-9CD8-4A6C01CB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4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12" name="Group 18">
              <a:extLst>
                <a:ext uri="{FF2B5EF4-FFF2-40B4-BE49-F238E27FC236}">
                  <a16:creationId xmlns:a16="http://schemas.microsoft.com/office/drawing/2014/main" id="{6F46AF6F-9033-B2DE-B4A6-EE23F2F15B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160"/>
              <a:ext cx="144" cy="144"/>
              <a:chOff x="2880" y="2160"/>
              <a:chExt cx="192" cy="192"/>
            </a:xfrm>
          </p:grpSpPr>
          <p:sp>
            <p:nvSpPr>
              <p:cNvPr id="152" name="Line 19">
                <a:extLst>
                  <a:ext uri="{FF2B5EF4-FFF2-40B4-BE49-F238E27FC236}">
                    <a16:creationId xmlns:a16="http://schemas.microsoft.com/office/drawing/2014/main" id="{9FD3551C-8E1E-85B8-58F3-0C225FBC4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Line 20">
                <a:extLst>
                  <a:ext uri="{FF2B5EF4-FFF2-40B4-BE49-F238E27FC236}">
                    <a16:creationId xmlns:a16="http://schemas.microsoft.com/office/drawing/2014/main" id="{7CB8BFEF-627A-437D-C622-1AE84738E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" name="Group 21">
              <a:extLst>
                <a:ext uri="{FF2B5EF4-FFF2-40B4-BE49-F238E27FC236}">
                  <a16:creationId xmlns:a16="http://schemas.microsoft.com/office/drawing/2014/main" id="{32F835B2-6FCA-8F8A-9063-B1041E243A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640"/>
              <a:ext cx="144" cy="144"/>
              <a:chOff x="2880" y="2160"/>
              <a:chExt cx="192" cy="192"/>
            </a:xfrm>
          </p:grpSpPr>
          <p:sp>
            <p:nvSpPr>
              <p:cNvPr id="150" name="Line 22">
                <a:extLst>
                  <a:ext uri="{FF2B5EF4-FFF2-40B4-BE49-F238E27FC236}">
                    <a16:creationId xmlns:a16="http://schemas.microsoft.com/office/drawing/2014/main" id="{EA1E4A34-3BE2-39B6-943D-498001A53B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Line 23">
                <a:extLst>
                  <a:ext uri="{FF2B5EF4-FFF2-40B4-BE49-F238E27FC236}">
                    <a16:creationId xmlns:a16="http://schemas.microsoft.com/office/drawing/2014/main" id="{1A37A0A4-B223-5173-24BD-BBD8077D6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" name="Group 24">
              <a:extLst>
                <a:ext uri="{FF2B5EF4-FFF2-40B4-BE49-F238E27FC236}">
                  <a16:creationId xmlns:a16="http://schemas.microsoft.com/office/drawing/2014/main" id="{B39BC490-3294-64DC-80D1-6A8CF701B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064"/>
              <a:ext cx="144" cy="144"/>
              <a:chOff x="2880" y="2160"/>
              <a:chExt cx="192" cy="192"/>
            </a:xfrm>
          </p:grpSpPr>
          <p:sp>
            <p:nvSpPr>
              <p:cNvPr id="148" name="Line 25">
                <a:extLst>
                  <a:ext uri="{FF2B5EF4-FFF2-40B4-BE49-F238E27FC236}">
                    <a16:creationId xmlns:a16="http://schemas.microsoft.com/office/drawing/2014/main" id="{81C20A92-C951-FFF3-F58B-68BEECB86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Line 26">
                <a:extLst>
                  <a:ext uri="{FF2B5EF4-FFF2-40B4-BE49-F238E27FC236}">
                    <a16:creationId xmlns:a16="http://schemas.microsoft.com/office/drawing/2014/main" id="{B768551C-7809-3546-7D78-782D9B319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" name="Group 27">
              <a:extLst>
                <a:ext uri="{FF2B5EF4-FFF2-40B4-BE49-F238E27FC236}">
                  <a16:creationId xmlns:a16="http://schemas.microsoft.com/office/drawing/2014/main" id="{72382E62-B8F0-A822-321D-BB0B7AC1C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2208"/>
              <a:ext cx="144" cy="144"/>
              <a:chOff x="2880" y="2160"/>
              <a:chExt cx="192" cy="192"/>
            </a:xfrm>
          </p:grpSpPr>
          <p:sp>
            <p:nvSpPr>
              <p:cNvPr id="146" name="Line 28">
                <a:extLst>
                  <a:ext uri="{FF2B5EF4-FFF2-40B4-BE49-F238E27FC236}">
                    <a16:creationId xmlns:a16="http://schemas.microsoft.com/office/drawing/2014/main" id="{A7983BC4-303C-C352-E176-C467606B8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Line 29">
                <a:extLst>
                  <a:ext uri="{FF2B5EF4-FFF2-40B4-BE49-F238E27FC236}">
                    <a16:creationId xmlns:a16="http://schemas.microsoft.com/office/drawing/2014/main" id="{5CAA4260-CC6B-8453-C676-CA3521D12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6" name="Oval 30">
              <a:extLst>
                <a:ext uri="{FF2B5EF4-FFF2-40B4-BE49-F238E27FC236}">
                  <a16:creationId xmlns:a16="http://schemas.microsoft.com/office/drawing/2014/main" id="{BE508816-CD5F-EA51-4F75-AF80E79A6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54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Oval 31">
              <a:extLst>
                <a:ext uri="{FF2B5EF4-FFF2-40B4-BE49-F238E27FC236}">
                  <a16:creationId xmlns:a16="http://schemas.microsoft.com/office/drawing/2014/main" id="{5172B42B-88E5-1CDF-525B-72C248660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64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8" name="Oval 32">
              <a:extLst>
                <a:ext uri="{FF2B5EF4-FFF2-40B4-BE49-F238E27FC236}">
                  <a16:creationId xmlns:a16="http://schemas.microsoft.com/office/drawing/2014/main" id="{BD54D560-A592-CC8A-96D8-E212D9AF3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9" name="Oval 33">
              <a:extLst>
                <a:ext uri="{FF2B5EF4-FFF2-40B4-BE49-F238E27FC236}">
                  <a16:creationId xmlns:a16="http://schemas.microsoft.com/office/drawing/2014/main" id="{0136290F-261E-AB13-4D20-30B3ADC29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25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0" name="Oval 34">
              <a:extLst>
                <a:ext uri="{FF2B5EF4-FFF2-40B4-BE49-F238E27FC236}">
                  <a16:creationId xmlns:a16="http://schemas.microsoft.com/office/drawing/2014/main" id="{B09ABA30-EC07-4370-F6D3-5437B2D28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30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1" name="Oval 35">
              <a:extLst>
                <a:ext uri="{FF2B5EF4-FFF2-40B4-BE49-F238E27FC236}">
                  <a16:creationId xmlns:a16="http://schemas.microsoft.com/office/drawing/2014/main" id="{DC2FD0A2-91EA-575D-2C6F-E9B485AAB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06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22" name="Group 36">
              <a:extLst>
                <a:ext uri="{FF2B5EF4-FFF2-40B4-BE49-F238E27FC236}">
                  <a16:creationId xmlns:a16="http://schemas.microsoft.com/office/drawing/2014/main" id="{57A41CB4-3A6D-7329-BA87-8FD803CE8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736"/>
              <a:ext cx="144" cy="144"/>
              <a:chOff x="2880" y="2160"/>
              <a:chExt cx="192" cy="192"/>
            </a:xfrm>
          </p:grpSpPr>
          <p:sp>
            <p:nvSpPr>
              <p:cNvPr id="144" name="Line 37">
                <a:extLst>
                  <a:ext uri="{FF2B5EF4-FFF2-40B4-BE49-F238E27FC236}">
                    <a16:creationId xmlns:a16="http://schemas.microsoft.com/office/drawing/2014/main" id="{31961E47-FE6F-EE8D-82B8-AA5349060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Line 38">
                <a:extLst>
                  <a:ext uri="{FF2B5EF4-FFF2-40B4-BE49-F238E27FC236}">
                    <a16:creationId xmlns:a16="http://schemas.microsoft.com/office/drawing/2014/main" id="{7D6AB509-F271-7245-BAF3-BE35648F3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" name="Group 39">
              <a:extLst>
                <a:ext uri="{FF2B5EF4-FFF2-40B4-BE49-F238E27FC236}">
                  <a16:creationId xmlns:a16="http://schemas.microsoft.com/office/drawing/2014/main" id="{1238A455-1BF5-013C-9BFB-8B6037EF1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832"/>
              <a:ext cx="144" cy="144"/>
              <a:chOff x="2880" y="2160"/>
              <a:chExt cx="192" cy="192"/>
            </a:xfrm>
          </p:grpSpPr>
          <p:sp>
            <p:nvSpPr>
              <p:cNvPr id="142" name="Line 40">
                <a:extLst>
                  <a:ext uri="{FF2B5EF4-FFF2-40B4-BE49-F238E27FC236}">
                    <a16:creationId xmlns:a16="http://schemas.microsoft.com/office/drawing/2014/main" id="{E793E8D2-AA1C-422B-6636-3C32B4DEF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Line 41">
                <a:extLst>
                  <a:ext uri="{FF2B5EF4-FFF2-40B4-BE49-F238E27FC236}">
                    <a16:creationId xmlns:a16="http://schemas.microsoft.com/office/drawing/2014/main" id="{F9ECBE20-0A2C-3BBA-8AFE-1A0A7D502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4" name="Group 42">
              <a:extLst>
                <a:ext uri="{FF2B5EF4-FFF2-40B4-BE49-F238E27FC236}">
                  <a16:creationId xmlns:a16="http://schemas.microsoft.com/office/drawing/2014/main" id="{F6B65E91-8120-34C2-AB35-4EA31DED5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688"/>
              <a:ext cx="144" cy="144"/>
              <a:chOff x="2880" y="2160"/>
              <a:chExt cx="192" cy="192"/>
            </a:xfrm>
          </p:grpSpPr>
          <p:sp>
            <p:nvSpPr>
              <p:cNvPr id="140" name="Line 43">
                <a:extLst>
                  <a:ext uri="{FF2B5EF4-FFF2-40B4-BE49-F238E27FC236}">
                    <a16:creationId xmlns:a16="http://schemas.microsoft.com/office/drawing/2014/main" id="{F2DF40EC-AEEA-39C5-5D7D-7D85A6037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Line 44">
                <a:extLst>
                  <a:ext uri="{FF2B5EF4-FFF2-40B4-BE49-F238E27FC236}">
                    <a16:creationId xmlns:a16="http://schemas.microsoft.com/office/drawing/2014/main" id="{0CEFC25A-98C2-7436-11FC-2D7474AE1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5" name="Group 45">
              <a:extLst>
                <a:ext uri="{FF2B5EF4-FFF2-40B4-BE49-F238E27FC236}">
                  <a16:creationId xmlns:a16="http://schemas.microsoft.com/office/drawing/2014/main" id="{A0C6BCD8-51F2-4614-A2C8-74D51F1DF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400"/>
              <a:ext cx="144" cy="144"/>
              <a:chOff x="2880" y="2160"/>
              <a:chExt cx="192" cy="192"/>
            </a:xfrm>
          </p:grpSpPr>
          <p:sp>
            <p:nvSpPr>
              <p:cNvPr id="138" name="Line 46">
                <a:extLst>
                  <a:ext uri="{FF2B5EF4-FFF2-40B4-BE49-F238E27FC236}">
                    <a16:creationId xmlns:a16="http://schemas.microsoft.com/office/drawing/2014/main" id="{210F4EE7-6497-846B-ADBB-803242783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Line 47">
                <a:extLst>
                  <a:ext uri="{FF2B5EF4-FFF2-40B4-BE49-F238E27FC236}">
                    <a16:creationId xmlns:a16="http://schemas.microsoft.com/office/drawing/2014/main" id="{1B1D94F7-35D7-1E50-F71E-00826B1F7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6" name="Group 48">
              <a:extLst>
                <a:ext uri="{FF2B5EF4-FFF2-40B4-BE49-F238E27FC236}">
                  <a16:creationId xmlns:a16="http://schemas.microsoft.com/office/drawing/2014/main" id="{34C9E90E-96C5-D8E1-C15F-05342055B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592"/>
              <a:ext cx="144" cy="144"/>
              <a:chOff x="2880" y="2160"/>
              <a:chExt cx="192" cy="192"/>
            </a:xfrm>
          </p:grpSpPr>
          <p:sp>
            <p:nvSpPr>
              <p:cNvPr id="136" name="Line 49">
                <a:extLst>
                  <a:ext uri="{FF2B5EF4-FFF2-40B4-BE49-F238E27FC236}">
                    <a16:creationId xmlns:a16="http://schemas.microsoft.com/office/drawing/2014/main" id="{AE094B0F-B2C8-E8D8-1908-3F7A6B752D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50">
                <a:extLst>
                  <a:ext uri="{FF2B5EF4-FFF2-40B4-BE49-F238E27FC236}">
                    <a16:creationId xmlns:a16="http://schemas.microsoft.com/office/drawing/2014/main" id="{E7317E71-8947-9760-13AC-1571BADD8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7" name="Group 51">
              <a:extLst>
                <a:ext uri="{FF2B5EF4-FFF2-40B4-BE49-F238E27FC236}">
                  <a16:creationId xmlns:a16="http://schemas.microsoft.com/office/drawing/2014/main" id="{605E844A-076A-2EC9-270B-064B2180F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32"/>
              <a:ext cx="144" cy="144"/>
              <a:chOff x="2880" y="2160"/>
              <a:chExt cx="192" cy="192"/>
            </a:xfrm>
          </p:grpSpPr>
          <p:sp>
            <p:nvSpPr>
              <p:cNvPr id="134" name="Line 52">
                <a:extLst>
                  <a:ext uri="{FF2B5EF4-FFF2-40B4-BE49-F238E27FC236}">
                    <a16:creationId xmlns:a16="http://schemas.microsoft.com/office/drawing/2014/main" id="{22801D1D-AFF0-40C9-DD54-358301E0D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53">
                <a:extLst>
                  <a:ext uri="{FF2B5EF4-FFF2-40B4-BE49-F238E27FC236}">
                    <a16:creationId xmlns:a16="http://schemas.microsoft.com/office/drawing/2014/main" id="{E9BE06AF-DC7E-AE08-05E1-6E66E5B04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8" name="Group 54">
              <a:extLst>
                <a:ext uri="{FF2B5EF4-FFF2-40B4-BE49-F238E27FC236}">
                  <a16:creationId xmlns:a16="http://schemas.microsoft.com/office/drawing/2014/main" id="{6F7F12BC-7727-D4F9-518D-483745066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208"/>
              <a:ext cx="144" cy="144"/>
              <a:chOff x="2880" y="2160"/>
              <a:chExt cx="192" cy="192"/>
            </a:xfrm>
          </p:grpSpPr>
          <p:sp>
            <p:nvSpPr>
              <p:cNvPr id="132" name="Line 55">
                <a:extLst>
                  <a:ext uri="{FF2B5EF4-FFF2-40B4-BE49-F238E27FC236}">
                    <a16:creationId xmlns:a16="http://schemas.microsoft.com/office/drawing/2014/main" id="{2404C277-7937-C784-4024-24D425AAF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Line 56">
                <a:extLst>
                  <a:ext uri="{FF2B5EF4-FFF2-40B4-BE49-F238E27FC236}">
                    <a16:creationId xmlns:a16="http://schemas.microsoft.com/office/drawing/2014/main" id="{3368FA78-6670-FB38-9057-AFCE64BD9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9" name="Group 57">
              <a:extLst>
                <a:ext uri="{FF2B5EF4-FFF2-40B4-BE49-F238E27FC236}">
                  <a16:creationId xmlns:a16="http://schemas.microsoft.com/office/drawing/2014/main" id="{FE81D437-8738-FEF3-C427-32E41A4649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352"/>
              <a:ext cx="144" cy="144"/>
              <a:chOff x="2880" y="2160"/>
              <a:chExt cx="192" cy="192"/>
            </a:xfrm>
          </p:grpSpPr>
          <p:sp>
            <p:nvSpPr>
              <p:cNvPr id="130" name="Line 58">
                <a:extLst>
                  <a:ext uri="{FF2B5EF4-FFF2-40B4-BE49-F238E27FC236}">
                    <a16:creationId xmlns:a16="http://schemas.microsoft.com/office/drawing/2014/main" id="{B9BD7CF5-EF8E-4D44-0945-444D0EAEB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59">
                <a:extLst>
                  <a:ext uri="{FF2B5EF4-FFF2-40B4-BE49-F238E27FC236}">
                    <a16:creationId xmlns:a16="http://schemas.microsoft.com/office/drawing/2014/main" id="{ABC9D0D2-27FE-CD05-19A7-9624E3B8F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56" name="Text Box 60">
            <a:extLst>
              <a:ext uri="{FF2B5EF4-FFF2-40B4-BE49-F238E27FC236}">
                <a16:creationId xmlns:a16="http://schemas.microsoft.com/office/drawing/2014/main" id="{4C25FCED-EB20-5921-6730-DB573F904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534" y="2086285"/>
            <a:ext cx="254114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Very impure group</a:t>
            </a:r>
          </a:p>
        </p:txBody>
      </p:sp>
      <p:sp>
        <p:nvSpPr>
          <p:cNvPr id="157" name="Text Box 61">
            <a:extLst>
              <a:ext uri="{FF2B5EF4-FFF2-40B4-BE49-F238E27FC236}">
                <a16:creationId xmlns:a16="http://schemas.microsoft.com/office/drawing/2014/main" id="{640C10D8-38D1-1455-F258-9DD4B5AE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694" y="2086285"/>
            <a:ext cx="1852612" cy="495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Less impure </a:t>
            </a:r>
          </a:p>
          <a:p>
            <a:endParaRPr lang="en-US" altLang="en-US" dirty="0"/>
          </a:p>
        </p:txBody>
      </p:sp>
      <p:grpSp>
        <p:nvGrpSpPr>
          <p:cNvPr id="158" name="Group 62">
            <a:extLst>
              <a:ext uri="{FF2B5EF4-FFF2-40B4-BE49-F238E27FC236}">
                <a16:creationId xmlns:a16="http://schemas.microsoft.com/office/drawing/2014/main" id="{4EE81D30-3829-8384-D1C4-854B05BCABA2}"/>
              </a:ext>
            </a:extLst>
          </p:cNvPr>
          <p:cNvGrpSpPr>
            <a:grpSpLocks/>
          </p:cNvGrpSpPr>
          <p:nvPr/>
        </p:nvGrpSpPr>
        <p:grpSpPr bwMode="auto">
          <a:xfrm>
            <a:off x="7936708" y="2973757"/>
            <a:ext cx="1828800" cy="1752600"/>
            <a:chOff x="4032" y="1968"/>
            <a:chExt cx="1152" cy="1104"/>
          </a:xfrm>
        </p:grpSpPr>
        <p:sp>
          <p:nvSpPr>
            <p:cNvPr id="159" name="Oval 63">
              <a:extLst>
                <a:ext uri="{FF2B5EF4-FFF2-40B4-BE49-F238E27FC236}">
                  <a16:creationId xmlns:a16="http://schemas.microsoft.com/office/drawing/2014/main" id="{F20226D5-0F4F-7EDC-2267-F5C5C45FA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06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0" name="Oval 64">
              <a:extLst>
                <a:ext uri="{FF2B5EF4-FFF2-40B4-BE49-F238E27FC236}">
                  <a16:creationId xmlns:a16="http://schemas.microsoft.com/office/drawing/2014/main" id="{189C2045-4979-AEAB-5DC0-920CCBB99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968"/>
              <a:ext cx="1152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1" name="Oval 65">
              <a:extLst>
                <a:ext uri="{FF2B5EF4-FFF2-40B4-BE49-F238E27FC236}">
                  <a16:creationId xmlns:a16="http://schemas.microsoft.com/office/drawing/2014/main" id="{448E9B45-6365-BDB8-0E5E-B84FCB005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2" name="Oval 66">
              <a:extLst>
                <a:ext uri="{FF2B5EF4-FFF2-40B4-BE49-F238E27FC236}">
                  <a16:creationId xmlns:a16="http://schemas.microsoft.com/office/drawing/2014/main" id="{545690BF-34C3-C147-3981-C591C3487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3" name="Oval 67">
              <a:extLst>
                <a:ext uri="{FF2B5EF4-FFF2-40B4-BE49-F238E27FC236}">
                  <a16:creationId xmlns:a16="http://schemas.microsoft.com/office/drawing/2014/main" id="{5F370616-83AA-D060-EF88-F5D482E82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16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4" name="Oval 68">
              <a:extLst>
                <a:ext uri="{FF2B5EF4-FFF2-40B4-BE49-F238E27FC236}">
                  <a16:creationId xmlns:a16="http://schemas.microsoft.com/office/drawing/2014/main" id="{83538690-9D22-9C91-7546-2540B245A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64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5" name="Oval 69">
              <a:extLst>
                <a:ext uri="{FF2B5EF4-FFF2-40B4-BE49-F238E27FC236}">
                  <a16:creationId xmlns:a16="http://schemas.microsoft.com/office/drawing/2014/main" id="{BBE132A0-A988-6D6B-2FA0-AA8670D6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25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6" name="Oval 70">
              <a:extLst>
                <a:ext uri="{FF2B5EF4-FFF2-40B4-BE49-F238E27FC236}">
                  <a16:creationId xmlns:a16="http://schemas.microsoft.com/office/drawing/2014/main" id="{B6CA26B7-CC8E-EEB8-5111-8C10253B0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7" name="Oval 71">
              <a:extLst>
                <a:ext uri="{FF2B5EF4-FFF2-40B4-BE49-F238E27FC236}">
                  <a16:creationId xmlns:a16="http://schemas.microsoft.com/office/drawing/2014/main" id="{5506B37A-1662-EE62-596B-9488DF1A2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59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8" name="Oval 72">
              <a:extLst>
                <a:ext uri="{FF2B5EF4-FFF2-40B4-BE49-F238E27FC236}">
                  <a16:creationId xmlns:a16="http://schemas.microsoft.com/office/drawing/2014/main" id="{051DF1BC-8599-203A-5E3C-A3DD8BD6A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68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9" name="Oval 73">
              <a:extLst>
                <a:ext uri="{FF2B5EF4-FFF2-40B4-BE49-F238E27FC236}">
                  <a16:creationId xmlns:a16="http://schemas.microsoft.com/office/drawing/2014/main" id="{5C4282C8-81AF-0066-DF28-800488402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16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0" name="Oval 74">
              <a:extLst>
                <a:ext uri="{FF2B5EF4-FFF2-40B4-BE49-F238E27FC236}">
                  <a16:creationId xmlns:a16="http://schemas.microsoft.com/office/drawing/2014/main" id="{07E8858D-F743-44A7-6B6D-FA92B5E5F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1" name="Oval 75">
              <a:extLst>
                <a:ext uri="{FF2B5EF4-FFF2-40B4-BE49-F238E27FC236}">
                  <a16:creationId xmlns:a16="http://schemas.microsoft.com/office/drawing/2014/main" id="{6C6B0597-870C-1FE3-8378-EACBF5661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72" name="Text Box 76">
            <a:extLst>
              <a:ext uri="{FF2B5EF4-FFF2-40B4-BE49-F238E27FC236}">
                <a16:creationId xmlns:a16="http://schemas.microsoft.com/office/drawing/2014/main" id="{8ECCB08F-4E4A-BA89-7E7B-084E89CCD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306" y="2085983"/>
            <a:ext cx="121920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Minimum impurity</a:t>
            </a:r>
          </a:p>
        </p:txBody>
      </p:sp>
      <p:grpSp>
        <p:nvGrpSpPr>
          <p:cNvPr id="173" name="Group 77">
            <a:extLst>
              <a:ext uri="{FF2B5EF4-FFF2-40B4-BE49-F238E27FC236}">
                <a16:creationId xmlns:a16="http://schemas.microsoft.com/office/drawing/2014/main" id="{A3DE75C1-E958-11A1-B874-80421913E27F}"/>
              </a:ext>
            </a:extLst>
          </p:cNvPr>
          <p:cNvGrpSpPr>
            <a:grpSpLocks/>
          </p:cNvGrpSpPr>
          <p:nvPr/>
        </p:nvGrpSpPr>
        <p:grpSpPr bwMode="auto">
          <a:xfrm>
            <a:off x="5206644" y="2745157"/>
            <a:ext cx="1828800" cy="1752600"/>
            <a:chOff x="2352" y="1920"/>
            <a:chExt cx="1152" cy="1104"/>
          </a:xfrm>
        </p:grpSpPr>
        <p:sp>
          <p:nvSpPr>
            <p:cNvPr id="174" name="Oval 78">
              <a:extLst>
                <a:ext uri="{FF2B5EF4-FFF2-40B4-BE49-F238E27FC236}">
                  <a16:creationId xmlns:a16="http://schemas.microsoft.com/office/drawing/2014/main" id="{84DF1CC5-FB99-687C-A3C0-665143B84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1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5" name="Oval 79">
              <a:extLst>
                <a:ext uri="{FF2B5EF4-FFF2-40B4-BE49-F238E27FC236}">
                  <a16:creationId xmlns:a16="http://schemas.microsoft.com/office/drawing/2014/main" id="{4B198280-6D0A-2CC6-1711-0B6647F0D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920"/>
              <a:ext cx="1152" cy="11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6" name="Oval 80">
              <a:extLst>
                <a:ext uri="{FF2B5EF4-FFF2-40B4-BE49-F238E27FC236}">
                  <a16:creationId xmlns:a16="http://schemas.microsoft.com/office/drawing/2014/main" id="{AA50189F-C8DF-9C7B-6E6E-A1B30EB9D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7" name="Oval 81">
              <a:extLst>
                <a:ext uri="{FF2B5EF4-FFF2-40B4-BE49-F238E27FC236}">
                  <a16:creationId xmlns:a16="http://schemas.microsoft.com/office/drawing/2014/main" id="{4B5EB748-D7A0-187A-D355-97EF7DB23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8" name="Oval 82">
              <a:extLst>
                <a:ext uri="{FF2B5EF4-FFF2-40B4-BE49-F238E27FC236}">
                  <a16:creationId xmlns:a16="http://schemas.microsoft.com/office/drawing/2014/main" id="{25B8DD9E-800B-5791-2EB6-493E3E7C9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1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9" name="Oval 83">
              <a:extLst>
                <a:ext uri="{FF2B5EF4-FFF2-40B4-BE49-F238E27FC236}">
                  <a16:creationId xmlns:a16="http://schemas.microsoft.com/office/drawing/2014/main" id="{B4578434-6153-202A-748B-E49B67D99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59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0" name="Oval 84">
              <a:extLst>
                <a:ext uri="{FF2B5EF4-FFF2-40B4-BE49-F238E27FC236}">
                  <a16:creationId xmlns:a16="http://schemas.microsoft.com/office/drawing/2014/main" id="{7B75D298-B4F3-F20A-80A2-4C5FFB72A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20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1" name="Oval 85">
              <a:extLst>
                <a:ext uri="{FF2B5EF4-FFF2-40B4-BE49-F238E27FC236}">
                  <a16:creationId xmlns:a16="http://schemas.microsoft.com/office/drawing/2014/main" id="{12355576-6F88-5F66-0514-0602BE6BD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2" name="Oval 86">
              <a:extLst>
                <a:ext uri="{FF2B5EF4-FFF2-40B4-BE49-F238E27FC236}">
                  <a16:creationId xmlns:a16="http://schemas.microsoft.com/office/drawing/2014/main" id="{16B8BF24-CFB9-1789-6EAA-2E7B2740F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54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3" name="Oval 87">
              <a:extLst>
                <a:ext uri="{FF2B5EF4-FFF2-40B4-BE49-F238E27FC236}">
                  <a16:creationId xmlns:a16="http://schemas.microsoft.com/office/drawing/2014/main" id="{3A10CA7D-56DF-AED1-B0FD-00E0A9295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4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" name="Oval 88">
              <a:extLst>
                <a:ext uri="{FF2B5EF4-FFF2-40B4-BE49-F238E27FC236}">
                  <a16:creationId xmlns:a16="http://schemas.microsoft.com/office/drawing/2014/main" id="{99ABDF47-4D9A-15F3-A504-991230DF0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11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" name="Oval 89">
              <a:extLst>
                <a:ext uri="{FF2B5EF4-FFF2-40B4-BE49-F238E27FC236}">
                  <a16:creationId xmlns:a16="http://schemas.microsoft.com/office/drawing/2014/main" id="{31BD9561-DE79-99E9-8A20-6DB02A935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35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6" name="Oval 90">
              <a:extLst>
                <a:ext uri="{FF2B5EF4-FFF2-40B4-BE49-F238E27FC236}">
                  <a16:creationId xmlns:a16="http://schemas.microsoft.com/office/drawing/2014/main" id="{0FD2611E-B142-0183-41CC-DFE0096A9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87" name="Group 91">
              <a:extLst>
                <a:ext uri="{FF2B5EF4-FFF2-40B4-BE49-F238E27FC236}">
                  <a16:creationId xmlns:a16="http://schemas.microsoft.com/office/drawing/2014/main" id="{9841F5F3-B715-3F40-DCC2-90FB9927D8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544"/>
              <a:ext cx="144" cy="144"/>
              <a:chOff x="2880" y="2160"/>
              <a:chExt cx="192" cy="192"/>
            </a:xfrm>
          </p:grpSpPr>
          <p:sp>
            <p:nvSpPr>
              <p:cNvPr id="191" name="Line 92">
                <a:extLst>
                  <a:ext uri="{FF2B5EF4-FFF2-40B4-BE49-F238E27FC236}">
                    <a16:creationId xmlns:a16="http://schemas.microsoft.com/office/drawing/2014/main" id="{34C6FB87-7860-74CF-9CA7-2A5ECC104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Line 93">
                <a:extLst>
                  <a:ext uri="{FF2B5EF4-FFF2-40B4-BE49-F238E27FC236}">
                    <a16:creationId xmlns:a16="http://schemas.microsoft.com/office/drawing/2014/main" id="{75573A5B-1230-B0C5-1EBF-5BAC7434CB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8" name="Group 94">
              <a:extLst>
                <a:ext uri="{FF2B5EF4-FFF2-40B4-BE49-F238E27FC236}">
                  <a16:creationId xmlns:a16="http://schemas.microsoft.com/office/drawing/2014/main" id="{B6E2DD59-D421-948C-CC8B-B468978ADB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736"/>
              <a:ext cx="144" cy="144"/>
              <a:chOff x="2880" y="2160"/>
              <a:chExt cx="192" cy="192"/>
            </a:xfrm>
          </p:grpSpPr>
          <p:sp>
            <p:nvSpPr>
              <p:cNvPr id="189" name="Line 95">
                <a:extLst>
                  <a:ext uri="{FF2B5EF4-FFF2-40B4-BE49-F238E27FC236}">
                    <a16:creationId xmlns:a16="http://schemas.microsoft.com/office/drawing/2014/main" id="{2D007E88-6B33-AEDA-6091-5A7497CA6B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Line 96">
                <a:extLst>
                  <a:ext uri="{FF2B5EF4-FFF2-40B4-BE49-F238E27FC236}">
                    <a16:creationId xmlns:a16="http://schemas.microsoft.com/office/drawing/2014/main" id="{47EB634B-6E6A-24A4-F974-B43BF5655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9D1D8A68-9A94-24D3-F92A-B56845A205E4}"/>
              </a:ext>
            </a:extLst>
          </p:cNvPr>
          <p:cNvSpPr txBox="1"/>
          <p:nvPr/>
        </p:nvSpPr>
        <p:spPr>
          <a:xfrm>
            <a:off x="4503250" y="5034457"/>
            <a:ext cx="3211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Measure this with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entropy: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4FEC16B-51C7-6C98-2463-F5B4B22DE308}"/>
              </a:ext>
            </a:extLst>
          </p:cNvPr>
          <p:cNvSpPr txBox="1"/>
          <p:nvPr/>
        </p:nvSpPr>
        <p:spPr>
          <a:xfrm>
            <a:off x="3672382" y="5673955"/>
            <a:ext cx="5509329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Entropy  = - p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(p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-  p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(p</a:t>
            </a:r>
            <a:r>
              <a:rPr lang="en-US" sz="2000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</a:p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p is the probability of a + in that group 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CA96CB2-94E0-3723-8E28-35A06CFCC452}"/>
              </a:ext>
            </a:extLst>
          </p:cNvPr>
          <p:cNvGrpSpPr/>
          <p:nvPr/>
        </p:nvGrpSpPr>
        <p:grpSpPr>
          <a:xfrm>
            <a:off x="4846380" y="1153273"/>
            <a:ext cx="3006529" cy="769441"/>
            <a:chOff x="3108668" y="1164444"/>
            <a:chExt cx="3006529" cy="769441"/>
          </a:xfrm>
        </p:grpSpPr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DC8E5F-5732-DEB5-5B31-07DAAC3C5B61}"/>
                </a:ext>
              </a:extLst>
            </p:cNvPr>
            <p:cNvSpPr txBox="1"/>
            <p:nvPr/>
          </p:nvSpPr>
          <p:spPr>
            <a:xfrm>
              <a:off x="3108668" y="1164444"/>
              <a:ext cx="3006529" cy="76944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  good risk – no default</a:t>
              </a:r>
            </a:p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bad risk - default</a:t>
              </a:r>
            </a:p>
          </p:txBody>
        </p:sp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67652B15-81E4-DA3E-5739-FE7E65B52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8209" y="1655540"/>
              <a:ext cx="165100" cy="1651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AC67A1-B61F-3BBA-573E-852AFB2A5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345" y="4368080"/>
            <a:ext cx="161434" cy="17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82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A9442-5386-8FED-2FE9-4519475B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6C4FA-C162-5EF3-C281-B7C3AEC1B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" y="127153"/>
            <a:ext cx="10515600" cy="1001559"/>
          </a:xfrm>
        </p:spPr>
        <p:txBody>
          <a:bodyPr/>
          <a:lstStyle/>
          <a:p>
            <a:r>
              <a:rPr lang="en-US" dirty="0"/>
              <a:t>Entropy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93149A9-F40C-92BF-A555-9C238D0A6D4B}"/>
              </a:ext>
            </a:extLst>
          </p:cNvPr>
          <p:cNvGrpSpPr>
            <a:grpSpLocks/>
          </p:cNvGrpSpPr>
          <p:nvPr/>
        </p:nvGrpSpPr>
        <p:grpSpPr bwMode="auto">
          <a:xfrm>
            <a:off x="827984" y="2233611"/>
            <a:ext cx="2324101" cy="2243138"/>
            <a:chOff x="4244" y="2906"/>
            <a:chExt cx="1464" cy="1413"/>
          </a:xfrm>
        </p:grpSpPr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7F920A9B-D2F5-41CE-A00D-B0499525B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4" y="2906"/>
              <a:ext cx="1464" cy="1413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30EC6AC0-B94B-19F4-4503-F10A47C34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55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981ABF99-E841-3931-EC33-8ACB283B2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0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1EB25EBE-5AA6-D7FA-F418-3B4332CB0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16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DBB704CE-BE0F-E58C-69E9-6873B799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60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C9CE1402-2305-9554-CD08-0A00050B0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55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7EA2851B-F623-60CD-F0F9-448413A5B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2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11FC6FB3-491B-4DB2-B92F-4C688B441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97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6D8AE834-AFF7-4B63-77A7-F2B61DAB8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16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2FBBE98-E41A-BD4F-4BD8-E075F149F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3024"/>
              <a:ext cx="144" cy="144"/>
              <a:chOff x="2880" y="2160"/>
              <a:chExt cx="192" cy="192"/>
            </a:xfrm>
          </p:grpSpPr>
          <p:sp>
            <p:nvSpPr>
              <p:cNvPr id="60" name="Line 16">
                <a:extLst>
                  <a:ext uri="{FF2B5EF4-FFF2-40B4-BE49-F238E27FC236}">
                    <a16:creationId xmlns:a16="http://schemas.microsoft.com/office/drawing/2014/main" id="{050D398D-4515-B9F0-1A9A-47338F613E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17">
                <a:extLst>
                  <a:ext uri="{FF2B5EF4-FFF2-40B4-BE49-F238E27FC236}">
                    <a16:creationId xmlns:a16="http://schemas.microsoft.com/office/drawing/2014/main" id="{E136A308-7A0A-3D7F-3571-5B7B1CFCB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Oval 18">
              <a:extLst>
                <a:ext uri="{FF2B5EF4-FFF2-40B4-BE49-F238E27FC236}">
                  <a16:creationId xmlns:a16="http://schemas.microsoft.com/office/drawing/2014/main" id="{BB4F0040-354D-73D0-3336-0F6D89FA2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12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19">
              <a:extLst>
                <a:ext uri="{FF2B5EF4-FFF2-40B4-BE49-F238E27FC236}">
                  <a16:creationId xmlns:a16="http://schemas.microsoft.com/office/drawing/2014/main" id="{21DBCCDC-CE27-0E82-8713-A99EAC29B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4E2C076F-B0C1-3A8F-526C-B96760CCD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3312"/>
              <a:ext cx="144" cy="144"/>
              <a:chOff x="2880" y="2160"/>
              <a:chExt cx="192" cy="192"/>
            </a:xfrm>
          </p:grpSpPr>
          <p:sp>
            <p:nvSpPr>
              <p:cNvPr id="58" name="Line 21">
                <a:extLst>
                  <a:ext uri="{FF2B5EF4-FFF2-40B4-BE49-F238E27FC236}">
                    <a16:creationId xmlns:a16="http://schemas.microsoft.com/office/drawing/2014/main" id="{125F84F5-48DC-517A-6B20-34DFE5372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22">
                <a:extLst>
                  <a:ext uri="{FF2B5EF4-FFF2-40B4-BE49-F238E27FC236}">
                    <a16:creationId xmlns:a16="http://schemas.microsoft.com/office/drawing/2014/main" id="{1DE8E96E-29FE-AD70-A525-B13E673660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AF77160D-CE10-9ABB-10EF-8DBE38E27E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3792"/>
              <a:ext cx="144" cy="144"/>
              <a:chOff x="2880" y="2160"/>
              <a:chExt cx="192" cy="192"/>
            </a:xfrm>
          </p:grpSpPr>
          <p:sp>
            <p:nvSpPr>
              <p:cNvPr id="56" name="Line 24">
                <a:extLst>
                  <a:ext uri="{FF2B5EF4-FFF2-40B4-BE49-F238E27FC236}">
                    <a16:creationId xmlns:a16="http://schemas.microsoft.com/office/drawing/2014/main" id="{2070E57B-DB4B-2F79-E639-B564C8878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5">
                <a:extLst>
                  <a:ext uri="{FF2B5EF4-FFF2-40B4-BE49-F238E27FC236}">
                    <a16:creationId xmlns:a16="http://schemas.microsoft.com/office/drawing/2014/main" id="{7E951081-F185-AA0C-FBE6-2D6DD0957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6">
              <a:extLst>
                <a:ext uri="{FF2B5EF4-FFF2-40B4-BE49-F238E27FC236}">
                  <a16:creationId xmlns:a16="http://schemas.microsoft.com/office/drawing/2014/main" id="{0B7E4062-4E59-4D74-221D-471E1E3398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3216"/>
              <a:ext cx="144" cy="144"/>
              <a:chOff x="2880" y="2160"/>
              <a:chExt cx="192" cy="192"/>
            </a:xfrm>
          </p:grpSpPr>
          <p:sp>
            <p:nvSpPr>
              <p:cNvPr id="54" name="Line 27">
                <a:extLst>
                  <a:ext uri="{FF2B5EF4-FFF2-40B4-BE49-F238E27FC236}">
                    <a16:creationId xmlns:a16="http://schemas.microsoft.com/office/drawing/2014/main" id="{3657458F-2BBF-69F5-D110-1D6C8BC4A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Line 28">
                <a:extLst>
                  <a:ext uri="{FF2B5EF4-FFF2-40B4-BE49-F238E27FC236}">
                    <a16:creationId xmlns:a16="http://schemas.microsoft.com/office/drawing/2014/main" id="{2DE55429-78E4-0A17-F7E3-875A13E0F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29">
              <a:extLst>
                <a:ext uri="{FF2B5EF4-FFF2-40B4-BE49-F238E27FC236}">
                  <a16:creationId xmlns:a16="http://schemas.microsoft.com/office/drawing/2014/main" id="{C6A70458-D121-D13C-DDD5-A448C1A40C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3360"/>
              <a:ext cx="144" cy="144"/>
              <a:chOff x="2880" y="2160"/>
              <a:chExt cx="192" cy="192"/>
            </a:xfrm>
          </p:grpSpPr>
          <p:sp>
            <p:nvSpPr>
              <p:cNvPr id="52" name="Line 30">
                <a:extLst>
                  <a:ext uri="{FF2B5EF4-FFF2-40B4-BE49-F238E27FC236}">
                    <a16:creationId xmlns:a16="http://schemas.microsoft.com/office/drawing/2014/main" id="{7C2FBAA2-208B-D91F-7A54-BD0B5A2C6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31">
                <a:extLst>
                  <a:ext uri="{FF2B5EF4-FFF2-40B4-BE49-F238E27FC236}">
                    <a16:creationId xmlns:a16="http://schemas.microsoft.com/office/drawing/2014/main" id="{DD7F4D46-48E6-9F24-078D-E9B95B5B8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6BD26424-D179-9D66-2297-76A4D70E8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69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Oval 33">
              <a:extLst>
                <a:ext uri="{FF2B5EF4-FFF2-40B4-BE49-F238E27FC236}">
                  <a16:creationId xmlns:a16="http://schemas.microsoft.com/office/drawing/2014/main" id="{44394AA3-43FE-9C72-17FB-B54C30BED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79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Oval 34">
              <a:extLst>
                <a:ext uri="{FF2B5EF4-FFF2-40B4-BE49-F238E27FC236}">
                  <a16:creationId xmlns:a16="http://schemas.microsoft.com/office/drawing/2014/main" id="{44455BAF-1115-A50C-8825-D168211CF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64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Oval 35">
              <a:extLst>
                <a:ext uri="{FF2B5EF4-FFF2-40B4-BE49-F238E27FC236}">
                  <a16:creationId xmlns:a16="http://schemas.microsoft.com/office/drawing/2014/main" id="{7C1DCD51-7A64-54B8-FF18-0C2F1327B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40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Oval 36">
              <a:extLst>
                <a:ext uri="{FF2B5EF4-FFF2-40B4-BE49-F238E27FC236}">
                  <a16:creationId xmlns:a16="http://schemas.microsoft.com/office/drawing/2014/main" id="{76F2A0C3-6EF2-5C89-E9B7-23520AC3B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45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37">
              <a:extLst>
                <a:ext uri="{FF2B5EF4-FFF2-40B4-BE49-F238E27FC236}">
                  <a16:creationId xmlns:a16="http://schemas.microsoft.com/office/drawing/2014/main" id="{03DAE48B-D2DE-F52B-DAEE-5B089033E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21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8" name="Group 38">
              <a:extLst>
                <a:ext uri="{FF2B5EF4-FFF2-40B4-BE49-F238E27FC236}">
                  <a16:creationId xmlns:a16="http://schemas.microsoft.com/office/drawing/2014/main" id="{A799C085-51E2-B792-2435-035B50212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888"/>
              <a:ext cx="144" cy="144"/>
              <a:chOff x="2880" y="2160"/>
              <a:chExt cx="192" cy="192"/>
            </a:xfrm>
          </p:grpSpPr>
          <p:sp>
            <p:nvSpPr>
              <p:cNvPr id="50" name="Line 39">
                <a:extLst>
                  <a:ext uri="{FF2B5EF4-FFF2-40B4-BE49-F238E27FC236}">
                    <a16:creationId xmlns:a16="http://schemas.microsoft.com/office/drawing/2014/main" id="{1E881EA3-4B28-6672-EEF1-7E3E8D43A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40">
                <a:extLst>
                  <a:ext uri="{FF2B5EF4-FFF2-40B4-BE49-F238E27FC236}">
                    <a16:creationId xmlns:a16="http://schemas.microsoft.com/office/drawing/2014/main" id="{A62465A8-AA60-A752-7CA2-5A76E897A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41">
              <a:extLst>
                <a:ext uri="{FF2B5EF4-FFF2-40B4-BE49-F238E27FC236}">
                  <a16:creationId xmlns:a16="http://schemas.microsoft.com/office/drawing/2014/main" id="{455DE9F7-2CA6-C98E-FB7B-8F1437EA0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3984"/>
              <a:ext cx="144" cy="144"/>
              <a:chOff x="2880" y="2160"/>
              <a:chExt cx="192" cy="192"/>
            </a:xfrm>
          </p:grpSpPr>
          <p:sp>
            <p:nvSpPr>
              <p:cNvPr id="48" name="Line 42">
                <a:extLst>
                  <a:ext uri="{FF2B5EF4-FFF2-40B4-BE49-F238E27FC236}">
                    <a16:creationId xmlns:a16="http://schemas.microsoft.com/office/drawing/2014/main" id="{8B301175-3253-6919-E288-49EC7BE0F2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43">
                <a:extLst>
                  <a:ext uri="{FF2B5EF4-FFF2-40B4-BE49-F238E27FC236}">
                    <a16:creationId xmlns:a16="http://schemas.microsoft.com/office/drawing/2014/main" id="{F0F79C87-C6E6-D9AF-7C68-ADB4C06DE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44">
              <a:extLst>
                <a:ext uri="{FF2B5EF4-FFF2-40B4-BE49-F238E27FC236}">
                  <a16:creationId xmlns:a16="http://schemas.microsoft.com/office/drawing/2014/main" id="{18C68114-B4EE-2878-B2D1-61018CD4F9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3840"/>
              <a:ext cx="144" cy="144"/>
              <a:chOff x="2880" y="2160"/>
              <a:chExt cx="192" cy="192"/>
            </a:xfrm>
          </p:grpSpPr>
          <p:sp>
            <p:nvSpPr>
              <p:cNvPr id="46" name="Line 45">
                <a:extLst>
                  <a:ext uri="{FF2B5EF4-FFF2-40B4-BE49-F238E27FC236}">
                    <a16:creationId xmlns:a16="http://schemas.microsoft.com/office/drawing/2014/main" id="{102B3D53-1344-3AA6-FDEC-0BE13B97C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46">
                <a:extLst>
                  <a:ext uri="{FF2B5EF4-FFF2-40B4-BE49-F238E27FC236}">
                    <a16:creationId xmlns:a16="http://schemas.microsoft.com/office/drawing/2014/main" id="{5833C760-830C-C887-2360-BD1867ABF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" name="Group 47">
              <a:extLst>
                <a:ext uri="{FF2B5EF4-FFF2-40B4-BE49-F238E27FC236}">
                  <a16:creationId xmlns:a16="http://schemas.microsoft.com/office/drawing/2014/main" id="{7969FBB4-75E4-9C66-0F25-B094F1808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144" cy="144"/>
              <a:chOff x="2880" y="2160"/>
              <a:chExt cx="192" cy="192"/>
            </a:xfrm>
          </p:grpSpPr>
          <p:sp>
            <p:nvSpPr>
              <p:cNvPr id="44" name="Line 48">
                <a:extLst>
                  <a:ext uri="{FF2B5EF4-FFF2-40B4-BE49-F238E27FC236}">
                    <a16:creationId xmlns:a16="http://schemas.microsoft.com/office/drawing/2014/main" id="{BCA9CDE3-D0D4-E366-B7A5-62DC9952D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49">
                <a:extLst>
                  <a:ext uri="{FF2B5EF4-FFF2-40B4-BE49-F238E27FC236}">
                    <a16:creationId xmlns:a16="http://schemas.microsoft.com/office/drawing/2014/main" id="{6021D8CC-3F8E-ED02-9E3C-9C6C6D24F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50">
              <a:extLst>
                <a:ext uri="{FF2B5EF4-FFF2-40B4-BE49-F238E27FC236}">
                  <a16:creationId xmlns:a16="http://schemas.microsoft.com/office/drawing/2014/main" id="{9244D108-1E2A-1B85-8C23-4E039E58E7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8" y="3744"/>
              <a:ext cx="144" cy="144"/>
              <a:chOff x="2880" y="2160"/>
              <a:chExt cx="192" cy="192"/>
            </a:xfrm>
          </p:grpSpPr>
          <p:sp>
            <p:nvSpPr>
              <p:cNvPr id="42" name="Line 51">
                <a:extLst>
                  <a:ext uri="{FF2B5EF4-FFF2-40B4-BE49-F238E27FC236}">
                    <a16:creationId xmlns:a16="http://schemas.microsoft.com/office/drawing/2014/main" id="{7FA3FF3A-ADBF-9120-0D73-32C2B1729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52">
                <a:extLst>
                  <a:ext uri="{FF2B5EF4-FFF2-40B4-BE49-F238E27FC236}">
                    <a16:creationId xmlns:a16="http://schemas.microsoft.com/office/drawing/2014/main" id="{594CBEB0-1F0A-2423-CA43-62F02ED33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53">
              <a:extLst>
                <a:ext uri="{FF2B5EF4-FFF2-40B4-BE49-F238E27FC236}">
                  <a16:creationId xmlns:a16="http://schemas.microsoft.com/office/drawing/2014/main" id="{8BDF6D1F-FF0E-916D-6A7C-599F6AF9D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3984"/>
              <a:ext cx="144" cy="144"/>
              <a:chOff x="2880" y="2160"/>
              <a:chExt cx="192" cy="192"/>
            </a:xfrm>
          </p:grpSpPr>
          <p:sp>
            <p:nvSpPr>
              <p:cNvPr id="40" name="Line 54">
                <a:extLst>
                  <a:ext uri="{FF2B5EF4-FFF2-40B4-BE49-F238E27FC236}">
                    <a16:creationId xmlns:a16="http://schemas.microsoft.com/office/drawing/2014/main" id="{EFA58C33-1FD1-953D-2F80-C4449133B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55">
                <a:extLst>
                  <a:ext uri="{FF2B5EF4-FFF2-40B4-BE49-F238E27FC236}">
                    <a16:creationId xmlns:a16="http://schemas.microsoft.com/office/drawing/2014/main" id="{52457811-9AB4-8033-CB93-1E2E3AC78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56">
              <a:extLst>
                <a:ext uri="{FF2B5EF4-FFF2-40B4-BE49-F238E27FC236}">
                  <a16:creationId xmlns:a16="http://schemas.microsoft.com/office/drawing/2014/main" id="{B7FF76A3-1341-9E8F-9744-AF06C8144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3360"/>
              <a:ext cx="144" cy="144"/>
              <a:chOff x="2880" y="2160"/>
              <a:chExt cx="192" cy="192"/>
            </a:xfrm>
          </p:grpSpPr>
          <p:sp>
            <p:nvSpPr>
              <p:cNvPr id="38" name="Line 57">
                <a:extLst>
                  <a:ext uri="{FF2B5EF4-FFF2-40B4-BE49-F238E27FC236}">
                    <a16:creationId xmlns:a16="http://schemas.microsoft.com/office/drawing/2014/main" id="{EC213178-FBFD-557F-3D7F-DDB0BB6FF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58">
                <a:extLst>
                  <a:ext uri="{FF2B5EF4-FFF2-40B4-BE49-F238E27FC236}">
                    <a16:creationId xmlns:a16="http://schemas.microsoft.com/office/drawing/2014/main" id="{FAF097D3-8CCE-CA39-907E-0F0E73E4D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" name="Group 59">
              <a:extLst>
                <a:ext uri="{FF2B5EF4-FFF2-40B4-BE49-F238E27FC236}">
                  <a16:creationId xmlns:a16="http://schemas.microsoft.com/office/drawing/2014/main" id="{CB78782C-8EDE-9543-4EBC-9558DC87C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4" y="3504"/>
              <a:ext cx="144" cy="144"/>
              <a:chOff x="2880" y="2160"/>
              <a:chExt cx="192" cy="192"/>
            </a:xfrm>
          </p:grpSpPr>
          <p:sp>
            <p:nvSpPr>
              <p:cNvPr id="36" name="Line 60">
                <a:extLst>
                  <a:ext uri="{FF2B5EF4-FFF2-40B4-BE49-F238E27FC236}">
                    <a16:creationId xmlns:a16="http://schemas.microsoft.com/office/drawing/2014/main" id="{D3AA17BE-9B35-761B-F307-908707DB38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61">
                <a:extLst>
                  <a:ext uri="{FF2B5EF4-FFF2-40B4-BE49-F238E27FC236}">
                    <a16:creationId xmlns:a16="http://schemas.microsoft.com/office/drawing/2014/main" id="{416860EA-5D31-E2ED-296D-89C9FAABD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CB76D2E4-3E96-D935-7C0D-14C339401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442170"/>
              </p:ext>
            </p:extLst>
          </p:nvPr>
        </p:nvGraphicFramePr>
        <p:xfrm>
          <a:off x="3929534" y="4476195"/>
          <a:ext cx="7826498" cy="1085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11500" imgH="431800" progId="Equation.3">
                  <p:embed/>
                </p:oleObj>
              </mc:Choice>
              <mc:Fallback>
                <p:oleObj name="Equation" r:id="rId3" imgW="3111500" imgH="431800" progId="Equation.3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CB76D2E4-3E96-D935-7C0D-14C3394018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534" y="4476195"/>
                        <a:ext cx="7826498" cy="1085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Group 62">
            <a:extLst>
              <a:ext uri="{FF2B5EF4-FFF2-40B4-BE49-F238E27FC236}">
                <a16:creationId xmlns:a16="http://schemas.microsoft.com/office/drawing/2014/main" id="{CB260C4D-A3B1-504E-CF3C-30FE18979311}"/>
              </a:ext>
            </a:extLst>
          </p:cNvPr>
          <p:cNvGrpSpPr/>
          <p:nvPr/>
        </p:nvGrpSpPr>
        <p:grpSpPr>
          <a:xfrm>
            <a:off x="435968" y="4634323"/>
            <a:ext cx="3006529" cy="769441"/>
            <a:chOff x="3108668" y="1164444"/>
            <a:chExt cx="3006529" cy="76944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0492B4-D92E-C648-7D7D-D139CFB6F4A0}"/>
                </a:ext>
              </a:extLst>
            </p:cNvPr>
            <p:cNvSpPr txBox="1"/>
            <p:nvPr/>
          </p:nvSpPr>
          <p:spPr>
            <a:xfrm>
              <a:off x="3108668" y="1164444"/>
              <a:ext cx="3006529" cy="76944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  good risk – no default</a:t>
              </a:r>
            </a:p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bad risk - default</a:t>
              </a: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460A7F4-A65F-818E-CBCC-CF7AE2823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8209" y="1655540"/>
              <a:ext cx="165100" cy="165100"/>
            </a:xfrm>
            <a:prstGeom prst="rect">
              <a:avLst/>
            </a:prstGeom>
          </p:spPr>
        </p:pic>
      </p:grpSp>
      <p:sp>
        <p:nvSpPr>
          <p:cNvPr id="66" name="Line 30">
            <a:extLst>
              <a:ext uri="{FF2B5EF4-FFF2-40B4-BE49-F238E27FC236}">
                <a16:creationId xmlns:a16="http://schemas.microsoft.com/office/drawing/2014/main" id="{B1BCFE4A-4F3C-AD81-0F50-16257B529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467" y="3962401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31">
            <a:extLst>
              <a:ext uri="{FF2B5EF4-FFF2-40B4-BE49-F238E27FC236}">
                <a16:creationId xmlns:a16="http://schemas.microsoft.com/office/drawing/2014/main" id="{432F9BA8-20EA-0C72-D2D4-BA750E3DA1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767" y="3848101"/>
            <a:ext cx="0" cy="228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50" name="Picture 2" descr="entropy meme : r/physicsmemes">
            <a:extLst>
              <a:ext uri="{FF2B5EF4-FFF2-40B4-BE49-F238E27FC236}">
                <a16:creationId xmlns:a16="http://schemas.microsoft.com/office/drawing/2014/main" id="{0631BF91-CB59-B2F2-7CF5-9A8FF2534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797" y="285750"/>
            <a:ext cx="4092232" cy="3278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47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A60FE-5BCC-4020-45F8-329A7615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89C77-FD00-6509-DC3C-C6DCC89A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62" y="98788"/>
            <a:ext cx="10515600" cy="1001559"/>
          </a:xfrm>
        </p:spPr>
        <p:txBody>
          <a:bodyPr/>
          <a:lstStyle/>
          <a:p>
            <a:r>
              <a:rPr lang="en-US" dirty="0"/>
              <a:t>Entropy</a:t>
            </a:r>
          </a:p>
        </p:txBody>
      </p:sp>
      <p:pic>
        <p:nvPicPr>
          <p:cNvPr id="3073" name="Picture 1" descr="page5image11082032">
            <a:extLst>
              <a:ext uri="{FF2B5EF4-FFF2-40B4-BE49-F238E27FC236}">
                <a16:creationId xmlns:a16="http://schemas.microsoft.com/office/drawing/2014/main" id="{C4CCE710-ABF7-EB14-FA19-98CBBA81C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82423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age5image11076208">
            <a:extLst>
              <a:ext uri="{FF2B5EF4-FFF2-40B4-BE49-F238E27FC236}">
                <a16:creationId xmlns:a16="http://schemas.microsoft.com/office/drawing/2014/main" id="{70D91065-05E0-BF7D-1485-F68A3F18C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69" y="1728495"/>
            <a:ext cx="5166710" cy="398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page5image11081408">
            <a:extLst>
              <a:ext uri="{FF2B5EF4-FFF2-40B4-BE49-F238E27FC236}">
                <a16:creationId xmlns:a16="http://schemas.microsoft.com/office/drawing/2014/main" id="{C5C2C8CA-5433-4F0C-88D5-5D78B7BA8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82423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9BFE6B-B224-C8B1-E387-40E328EB1366}"/>
              </a:ext>
            </a:extLst>
          </p:cNvPr>
          <p:cNvSpPr txBox="1"/>
          <p:nvPr/>
        </p:nvSpPr>
        <p:spPr>
          <a:xfrm>
            <a:off x="3454668" y="1101048"/>
            <a:ext cx="580364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Entropy is maximized at 1 when classes are equal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D6E0-EDC5-E6F7-A59A-2F419B99B1D5}"/>
              </a:ext>
            </a:extLst>
          </p:cNvPr>
          <p:cNvSpPr txBox="1"/>
          <p:nvPr/>
        </p:nvSpPr>
        <p:spPr>
          <a:xfrm>
            <a:off x="3469416" y="5970261"/>
            <a:ext cx="526791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Entropy also extends to more than 2 classes </a:t>
            </a:r>
          </a:p>
        </p:txBody>
      </p:sp>
    </p:spTree>
    <p:extLst>
      <p:ext uri="{BB962C8B-B14F-4D97-AF65-F5344CB8AC3E}">
        <p14:creationId xmlns:p14="http://schemas.microsoft.com/office/powerpoint/2010/main" val="923444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838200" y="788485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57175" indent="-257175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71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743707"/>
              </p:ext>
            </p:extLst>
          </p:nvPr>
        </p:nvGraphicFramePr>
        <p:xfrm>
          <a:off x="6132786" y="960567"/>
          <a:ext cx="4155004" cy="582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85920" imgH="431640" progId="Equation.3">
                  <p:embed/>
                </p:oleObj>
              </mc:Choice>
              <mc:Fallback>
                <p:oleObj name="Equation" r:id="rId3" imgW="3085920" imgH="431640" progId="Equation.3">
                  <p:embed/>
                  <p:pic>
                    <p:nvPicPr>
                      <p:cNvPr id="71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786" y="960567"/>
                        <a:ext cx="4155004" cy="58210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Line 5"/>
          <p:cNvSpPr>
            <a:spLocks noChangeShapeType="1"/>
          </p:cNvSpPr>
          <p:nvPr/>
        </p:nvSpPr>
        <p:spPr bwMode="auto">
          <a:xfrm flipV="1">
            <a:off x="4114800" y="2447925"/>
            <a:ext cx="3505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1686" name="Line 6"/>
          <p:cNvSpPr>
            <a:spLocks noChangeShapeType="1"/>
          </p:cNvSpPr>
          <p:nvPr/>
        </p:nvSpPr>
        <p:spPr bwMode="auto">
          <a:xfrm>
            <a:off x="4114800" y="3362325"/>
            <a:ext cx="3505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1238055" y="1736317"/>
            <a:ext cx="40514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r>
              <a:rPr lang="en-US" dirty="0"/>
              <a:t>Entire population (30 instances)</a:t>
            </a: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5172558" y="4305270"/>
            <a:ext cx="19364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Balance&lt;50K</a:t>
            </a: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5644412" y="2324070"/>
            <a:ext cx="212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Balance&gt;=50K</a:t>
            </a:r>
          </a:p>
        </p:txBody>
      </p:sp>
      <p:grpSp>
        <p:nvGrpSpPr>
          <p:cNvPr id="71690" name="Group 10"/>
          <p:cNvGrpSpPr>
            <a:grpSpLocks/>
          </p:cNvGrpSpPr>
          <p:nvPr/>
        </p:nvGrpSpPr>
        <p:grpSpPr bwMode="auto">
          <a:xfrm>
            <a:off x="7620000" y="3971925"/>
            <a:ext cx="1447800" cy="1371600"/>
            <a:chOff x="3840" y="2502"/>
            <a:chExt cx="912" cy="864"/>
          </a:xfrm>
        </p:grpSpPr>
        <p:sp>
          <p:nvSpPr>
            <p:cNvPr id="71691" name="Oval 11"/>
            <p:cNvSpPr>
              <a:spLocks noChangeArrowheads="1"/>
            </p:cNvSpPr>
            <p:nvPr/>
          </p:nvSpPr>
          <p:spPr bwMode="auto">
            <a:xfrm>
              <a:off x="4176" y="259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2" name="Oval 12"/>
            <p:cNvSpPr>
              <a:spLocks noChangeArrowheads="1"/>
            </p:cNvSpPr>
            <p:nvPr/>
          </p:nvSpPr>
          <p:spPr bwMode="auto">
            <a:xfrm>
              <a:off x="3840" y="2502"/>
              <a:ext cx="912" cy="8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3" name="Oval 13"/>
            <p:cNvSpPr>
              <a:spLocks noChangeArrowheads="1"/>
            </p:cNvSpPr>
            <p:nvPr/>
          </p:nvSpPr>
          <p:spPr bwMode="auto">
            <a:xfrm>
              <a:off x="4464" y="303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4" name="Oval 14"/>
            <p:cNvSpPr>
              <a:spLocks noChangeArrowheads="1"/>
            </p:cNvSpPr>
            <p:nvPr/>
          </p:nvSpPr>
          <p:spPr bwMode="auto">
            <a:xfrm>
              <a:off x="4320" y="303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5" name="Oval 15"/>
            <p:cNvSpPr>
              <a:spLocks noChangeArrowheads="1"/>
            </p:cNvSpPr>
            <p:nvPr/>
          </p:nvSpPr>
          <p:spPr bwMode="auto">
            <a:xfrm>
              <a:off x="4080" y="269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6" name="Oval 16"/>
            <p:cNvSpPr>
              <a:spLocks noChangeArrowheads="1"/>
            </p:cNvSpPr>
            <p:nvPr/>
          </p:nvSpPr>
          <p:spPr bwMode="auto">
            <a:xfrm>
              <a:off x="4464" y="317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7" name="Oval 17"/>
            <p:cNvSpPr>
              <a:spLocks noChangeArrowheads="1"/>
            </p:cNvSpPr>
            <p:nvPr/>
          </p:nvSpPr>
          <p:spPr bwMode="auto">
            <a:xfrm>
              <a:off x="4464" y="279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8" name="Oval 18"/>
            <p:cNvSpPr>
              <a:spLocks noChangeArrowheads="1"/>
            </p:cNvSpPr>
            <p:nvPr/>
          </p:nvSpPr>
          <p:spPr bwMode="auto">
            <a:xfrm>
              <a:off x="3888" y="298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99" name="Oval 19"/>
            <p:cNvSpPr>
              <a:spLocks noChangeArrowheads="1"/>
            </p:cNvSpPr>
            <p:nvPr/>
          </p:nvSpPr>
          <p:spPr bwMode="auto">
            <a:xfrm>
              <a:off x="3984" y="312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0" name="Oval 20"/>
            <p:cNvSpPr>
              <a:spLocks noChangeArrowheads="1"/>
            </p:cNvSpPr>
            <p:nvPr/>
          </p:nvSpPr>
          <p:spPr bwMode="auto">
            <a:xfrm>
              <a:off x="4080" y="322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1" name="Oval 21"/>
            <p:cNvSpPr>
              <a:spLocks noChangeArrowheads="1"/>
            </p:cNvSpPr>
            <p:nvPr/>
          </p:nvSpPr>
          <p:spPr bwMode="auto">
            <a:xfrm>
              <a:off x="4272" y="269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2" name="Oval 22"/>
            <p:cNvSpPr>
              <a:spLocks noChangeArrowheads="1"/>
            </p:cNvSpPr>
            <p:nvPr/>
          </p:nvSpPr>
          <p:spPr bwMode="auto">
            <a:xfrm>
              <a:off x="4320" y="293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03" name="Oval 23"/>
            <p:cNvSpPr>
              <a:spLocks noChangeArrowheads="1"/>
            </p:cNvSpPr>
            <p:nvPr/>
          </p:nvSpPr>
          <p:spPr bwMode="auto">
            <a:xfrm>
              <a:off x="4560" y="298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04" name="Group 24"/>
            <p:cNvGrpSpPr>
              <a:grpSpLocks/>
            </p:cNvGrpSpPr>
            <p:nvPr/>
          </p:nvGrpSpPr>
          <p:grpSpPr bwMode="auto">
            <a:xfrm>
              <a:off x="4224" y="3126"/>
              <a:ext cx="144" cy="144"/>
              <a:chOff x="2880" y="2160"/>
              <a:chExt cx="192" cy="192"/>
            </a:xfrm>
          </p:grpSpPr>
          <p:sp>
            <p:nvSpPr>
              <p:cNvPr id="71705" name="Line 25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06" name="Line 26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1707" name="Group 27"/>
          <p:cNvGrpSpPr>
            <a:grpSpLocks/>
          </p:cNvGrpSpPr>
          <p:nvPr/>
        </p:nvGrpSpPr>
        <p:grpSpPr bwMode="auto">
          <a:xfrm>
            <a:off x="7543800" y="1609725"/>
            <a:ext cx="1447800" cy="1371600"/>
            <a:chOff x="3792" y="1014"/>
            <a:chExt cx="912" cy="864"/>
          </a:xfrm>
        </p:grpSpPr>
        <p:grpSp>
          <p:nvGrpSpPr>
            <p:cNvPr id="71708" name="Group 28"/>
            <p:cNvGrpSpPr>
              <a:grpSpLocks/>
            </p:cNvGrpSpPr>
            <p:nvPr/>
          </p:nvGrpSpPr>
          <p:grpSpPr bwMode="auto">
            <a:xfrm>
              <a:off x="3888" y="1302"/>
              <a:ext cx="144" cy="144"/>
              <a:chOff x="2880" y="2160"/>
              <a:chExt cx="192" cy="192"/>
            </a:xfrm>
          </p:grpSpPr>
          <p:sp>
            <p:nvSpPr>
              <p:cNvPr id="71709" name="Line 29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10" name="Line 30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11" name="Group 31"/>
            <p:cNvGrpSpPr>
              <a:grpSpLocks/>
            </p:cNvGrpSpPr>
            <p:nvPr/>
          </p:nvGrpSpPr>
          <p:grpSpPr bwMode="auto">
            <a:xfrm>
              <a:off x="3936" y="1638"/>
              <a:ext cx="144" cy="144"/>
              <a:chOff x="2880" y="2160"/>
              <a:chExt cx="192" cy="192"/>
            </a:xfrm>
          </p:grpSpPr>
          <p:sp>
            <p:nvSpPr>
              <p:cNvPr id="71712" name="Line 32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13" name="Line 33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14" name="Group 34"/>
            <p:cNvGrpSpPr>
              <a:grpSpLocks/>
            </p:cNvGrpSpPr>
            <p:nvPr/>
          </p:nvGrpSpPr>
          <p:grpSpPr bwMode="auto">
            <a:xfrm>
              <a:off x="4224" y="1110"/>
              <a:ext cx="144" cy="144"/>
              <a:chOff x="2880" y="2160"/>
              <a:chExt cx="192" cy="192"/>
            </a:xfrm>
          </p:grpSpPr>
          <p:sp>
            <p:nvSpPr>
              <p:cNvPr id="71715" name="Line 35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16" name="Line 36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17" name="Group 37"/>
            <p:cNvGrpSpPr>
              <a:grpSpLocks/>
            </p:cNvGrpSpPr>
            <p:nvPr/>
          </p:nvGrpSpPr>
          <p:grpSpPr bwMode="auto">
            <a:xfrm>
              <a:off x="4176" y="1542"/>
              <a:ext cx="144" cy="144"/>
              <a:chOff x="2880" y="2160"/>
              <a:chExt cx="192" cy="192"/>
            </a:xfrm>
          </p:grpSpPr>
          <p:sp>
            <p:nvSpPr>
              <p:cNvPr id="71718" name="Line 38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19" name="Line 39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20" name="Group 40"/>
            <p:cNvGrpSpPr>
              <a:grpSpLocks/>
            </p:cNvGrpSpPr>
            <p:nvPr/>
          </p:nvGrpSpPr>
          <p:grpSpPr bwMode="auto">
            <a:xfrm>
              <a:off x="4416" y="1302"/>
              <a:ext cx="144" cy="144"/>
              <a:chOff x="2880" y="2160"/>
              <a:chExt cx="192" cy="192"/>
            </a:xfrm>
          </p:grpSpPr>
          <p:sp>
            <p:nvSpPr>
              <p:cNvPr id="71721" name="Line 41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22" name="Line 42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723" name="Oval 43"/>
            <p:cNvSpPr>
              <a:spLocks noChangeArrowheads="1"/>
            </p:cNvSpPr>
            <p:nvPr/>
          </p:nvSpPr>
          <p:spPr bwMode="auto">
            <a:xfrm>
              <a:off x="3792" y="1014"/>
              <a:ext cx="912" cy="8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24" name="Group 44"/>
            <p:cNvGrpSpPr>
              <a:grpSpLocks/>
            </p:cNvGrpSpPr>
            <p:nvPr/>
          </p:nvGrpSpPr>
          <p:grpSpPr bwMode="auto">
            <a:xfrm>
              <a:off x="3936" y="1158"/>
              <a:ext cx="144" cy="144"/>
              <a:chOff x="2880" y="2160"/>
              <a:chExt cx="192" cy="192"/>
            </a:xfrm>
          </p:grpSpPr>
          <p:sp>
            <p:nvSpPr>
              <p:cNvPr id="71725" name="Line 45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26" name="Line 46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27" name="Group 47"/>
            <p:cNvGrpSpPr>
              <a:grpSpLocks/>
            </p:cNvGrpSpPr>
            <p:nvPr/>
          </p:nvGrpSpPr>
          <p:grpSpPr bwMode="auto">
            <a:xfrm>
              <a:off x="4032" y="1398"/>
              <a:ext cx="144" cy="144"/>
              <a:chOff x="2880" y="2160"/>
              <a:chExt cx="192" cy="192"/>
            </a:xfrm>
          </p:grpSpPr>
          <p:sp>
            <p:nvSpPr>
              <p:cNvPr id="71728" name="Line 48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29" name="Line 49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30" name="Group 50"/>
            <p:cNvGrpSpPr>
              <a:grpSpLocks/>
            </p:cNvGrpSpPr>
            <p:nvPr/>
          </p:nvGrpSpPr>
          <p:grpSpPr bwMode="auto">
            <a:xfrm>
              <a:off x="4272" y="1350"/>
              <a:ext cx="144" cy="144"/>
              <a:chOff x="2880" y="2160"/>
              <a:chExt cx="192" cy="192"/>
            </a:xfrm>
          </p:grpSpPr>
          <p:sp>
            <p:nvSpPr>
              <p:cNvPr id="71731" name="Line 51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32" name="Line 52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33" name="Group 53"/>
            <p:cNvGrpSpPr>
              <a:grpSpLocks/>
            </p:cNvGrpSpPr>
            <p:nvPr/>
          </p:nvGrpSpPr>
          <p:grpSpPr bwMode="auto">
            <a:xfrm>
              <a:off x="4080" y="1686"/>
              <a:ext cx="144" cy="144"/>
              <a:chOff x="2880" y="2160"/>
              <a:chExt cx="192" cy="192"/>
            </a:xfrm>
          </p:grpSpPr>
          <p:sp>
            <p:nvSpPr>
              <p:cNvPr id="71734" name="Line 54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35" name="Line 55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36" name="Group 56"/>
            <p:cNvGrpSpPr>
              <a:grpSpLocks/>
            </p:cNvGrpSpPr>
            <p:nvPr/>
          </p:nvGrpSpPr>
          <p:grpSpPr bwMode="auto">
            <a:xfrm>
              <a:off x="4464" y="1494"/>
              <a:ext cx="144" cy="144"/>
              <a:chOff x="2880" y="2160"/>
              <a:chExt cx="192" cy="192"/>
            </a:xfrm>
          </p:grpSpPr>
          <p:sp>
            <p:nvSpPr>
              <p:cNvPr id="71737" name="Line 57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38" name="Line 58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39" name="Group 59"/>
            <p:cNvGrpSpPr>
              <a:grpSpLocks/>
            </p:cNvGrpSpPr>
            <p:nvPr/>
          </p:nvGrpSpPr>
          <p:grpSpPr bwMode="auto">
            <a:xfrm>
              <a:off x="3888" y="1494"/>
              <a:ext cx="144" cy="144"/>
              <a:chOff x="2880" y="2160"/>
              <a:chExt cx="192" cy="192"/>
            </a:xfrm>
          </p:grpSpPr>
          <p:sp>
            <p:nvSpPr>
              <p:cNvPr id="71740" name="Line 60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41" name="Line 61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42" name="Group 62"/>
            <p:cNvGrpSpPr>
              <a:grpSpLocks/>
            </p:cNvGrpSpPr>
            <p:nvPr/>
          </p:nvGrpSpPr>
          <p:grpSpPr bwMode="auto">
            <a:xfrm>
              <a:off x="4320" y="1590"/>
              <a:ext cx="144" cy="144"/>
              <a:chOff x="2880" y="2160"/>
              <a:chExt cx="192" cy="192"/>
            </a:xfrm>
          </p:grpSpPr>
          <p:sp>
            <p:nvSpPr>
              <p:cNvPr id="71743" name="Line 63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44" name="Line 64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745" name="Oval 65"/>
            <p:cNvSpPr>
              <a:spLocks noChangeArrowheads="1"/>
            </p:cNvSpPr>
            <p:nvPr/>
          </p:nvSpPr>
          <p:spPr bwMode="auto">
            <a:xfrm>
              <a:off x="4416" y="115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46" name="Oval 66"/>
            <p:cNvSpPr>
              <a:spLocks noChangeArrowheads="1"/>
            </p:cNvSpPr>
            <p:nvPr/>
          </p:nvSpPr>
          <p:spPr bwMode="auto">
            <a:xfrm>
              <a:off x="4080" y="111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47" name="Oval 67"/>
            <p:cNvSpPr>
              <a:spLocks noChangeArrowheads="1"/>
            </p:cNvSpPr>
            <p:nvPr/>
          </p:nvSpPr>
          <p:spPr bwMode="auto">
            <a:xfrm>
              <a:off x="4272" y="168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48" name="Oval 68"/>
            <p:cNvSpPr>
              <a:spLocks noChangeArrowheads="1"/>
            </p:cNvSpPr>
            <p:nvPr/>
          </p:nvSpPr>
          <p:spPr bwMode="auto">
            <a:xfrm>
              <a:off x="4032" y="154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49" name="Group 69"/>
            <p:cNvGrpSpPr>
              <a:grpSpLocks/>
            </p:cNvGrpSpPr>
            <p:nvPr/>
          </p:nvGrpSpPr>
          <p:grpSpPr bwMode="auto">
            <a:xfrm>
              <a:off x="4128" y="1254"/>
              <a:ext cx="144" cy="144"/>
              <a:chOff x="2880" y="2160"/>
              <a:chExt cx="192" cy="192"/>
            </a:xfrm>
          </p:grpSpPr>
          <p:sp>
            <p:nvSpPr>
              <p:cNvPr id="71750" name="Line 70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51" name="Line 71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99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1752" name="Text Box 72"/>
          <p:cNvSpPr txBox="1">
            <a:spLocks noChangeArrowheads="1"/>
          </p:cNvSpPr>
          <p:nvPr/>
        </p:nvSpPr>
        <p:spPr bwMode="auto">
          <a:xfrm>
            <a:off x="9047910" y="2102396"/>
            <a:ext cx="18501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17 instances</a:t>
            </a:r>
          </a:p>
        </p:txBody>
      </p:sp>
      <p:sp>
        <p:nvSpPr>
          <p:cNvPr id="71753" name="Text Box 73"/>
          <p:cNvSpPr txBox="1">
            <a:spLocks noChangeArrowheads="1"/>
          </p:cNvSpPr>
          <p:nvPr/>
        </p:nvSpPr>
        <p:spPr bwMode="auto">
          <a:xfrm>
            <a:off x="9057107" y="4381470"/>
            <a:ext cx="18501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13 instances</a:t>
            </a:r>
          </a:p>
        </p:txBody>
      </p:sp>
      <p:sp>
        <p:nvSpPr>
          <p:cNvPr id="71754" name="Text Box 74"/>
          <p:cNvSpPr txBox="1">
            <a:spLocks noChangeArrowheads="1"/>
          </p:cNvSpPr>
          <p:nvPr/>
        </p:nvSpPr>
        <p:spPr bwMode="auto">
          <a:xfrm>
            <a:off x="3280696" y="5707565"/>
            <a:ext cx="297600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Overall entropy of split is a weighted average of the two</a:t>
            </a:r>
          </a:p>
        </p:txBody>
      </p:sp>
      <p:graphicFrame>
        <p:nvGraphicFramePr>
          <p:cNvPr id="7175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874632"/>
              </p:ext>
            </p:extLst>
          </p:nvPr>
        </p:nvGraphicFramePr>
        <p:xfrm>
          <a:off x="6398696" y="5857997"/>
          <a:ext cx="2976008" cy="606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20760" imgH="431640" progId="Equation.3">
                  <p:embed/>
                </p:oleObj>
              </mc:Choice>
              <mc:Fallback>
                <p:oleObj name="Equation" r:id="rId5" imgW="2120760" imgH="431640" progId="Equation.3">
                  <p:embed/>
                  <p:pic>
                    <p:nvPicPr>
                      <p:cNvPr id="71755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8696" y="5857997"/>
                        <a:ext cx="2976008" cy="606523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7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306746"/>
              </p:ext>
            </p:extLst>
          </p:nvPr>
        </p:nvGraphicFramePr>
        <p:xfrm>
          <a:off x="6038187" y="3308982"/>
          <a:ext cx="4459027" cy="63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7760" imgH="431640" progId="Equation.3">
                  <p:embed/>
                </p:oleObj>
              </mc:Choice>
              <mc:Fallback>
                <p:oleObj name="Equation" r:id="rId7" imgW="3047760" imgH="431640" progId="Equation.3">
                  <p:embed/>
                  <p:pic>
                    <p:nvPicPr>
                      <p:cNvPr id="71757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187" y="3308982"/>
                        <a:ext cx="4459027" cy="632271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58" name="Group 78"/>
          <p:cNvGrpSpPr>
            <a:grpSpLocks/>
          </p:cNvGrpSpPr>
          <p:nvPr/>
        </p:nvGrpSpPr>
        <p:grpSpPr bwMode="auto">
          <a:xfrm>
            <a:off x="1916113" y="2219325"/>
            <a:ext cx="2122488" cy="1981200"/>
            <a:chOff x="247" y="1398"/>
            <a:chExt cx="1337" cy="1248"/>
          </a:xfrm>
        </p:grpSpPr>
        <p:sp>
          <p:nvSpPr>
            <p:cNvPr id="71759" name="Oval 79"/>
            <p:cNvSpPr>
              <a:spLocks noChangeArrowheads="1"/>
            </p:cNvSpPr>
            <p:nvPr/>
          </p:nvSpPr>
          <p:spPr bwMode="auto">
            <a:xfrm>
              <a:off x="247" y="1398"/>
              <a:ext cx="1337" cy="12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0" name="Oval 80"/>
            <p:cNvSpPr>
              <a:spLocks noChangeArrowheads="1"/>
            </p:cNvSpPr>
            <p:nvPr/>
          </p:nvSpPr>
          <p:spPr bwMode="auto">
            <a:xfrm>
              <a:off x="768" y="144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1" name="Oval 81"/>
            <p:cNvSpPr>
              <a:spLocks noChangeArrowheads="1"/>
            </p:cNvSpPr>
            <p:nvPr/>
          </p:nvSpPr>
          <p:spPr bwMode="auto">
            <a:xfrm>
              <a:off x="1200" y="202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2" name="Oval 82"/>
            <p:cNvSpPr>
              <a:spLocks noChangeArrowheads="1"/>
            </p:cNvSpPr>
            <p:nvPr/>
          </p:nvSpPr>
          <p:spPr bwMode="auto">
            <a:xfrm>
              <a:off x="960" y="187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3" name="Oval 83"/>
            <p:cNvSpPr>
              <a:spLocks noChangeArrowheads="1"/>
            </p:cNvSpPr>
            <p:nvPr/>
          </p:nvSpPr>
          <p:spPr bwMode="auto">
            <a:xfrm>
              <a:off x="480" y="163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4" name="Oval 84"/>
            <p:cNvSpPr>
              <a:spLocks noChangeArrowheads="1"/>
            </p:cNvSpPr>
            <p:nvPr/>
          </p:nvSpPr>
          <p:spPr bwMode="auto">
            <a:xfrm>
              <a:off x="384" y="207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5" name="Oval 85"/>
            <p:cNvSpPr>
              <a:spLocks noChangeArrowheads="1"/>
            </p:cNvSpPr>
            <p:nvPr/>
          </p:nvSpPr>
          <p:spPr bwMode="auto">
            <a:xfrm>
              <a:off x="576" y="202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6" name="Oval 86"/>
            <p:cNvSpPr>
              <a:spLocks noChangeArrowheads="1"/>
            </p:cNvSpPr>
            <p:nvPr/>
          </p:nvSpPr>
          <p:spPr bwMode="auto">
            <a:xfrm>
              <a:off x="960" y="1494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7" name="Oval 87"/>
            <p:cNvSpPr>
              <a:spLocks noChangeArrowheads="1"/>
            </p:cNvSpPr>
            <p:nvPr/>
          </p:nvSpPr>
          <p:spPr bwMode="auto">
            <a:xfrm>
              <a:off x="816" y="163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68" name="Group 88"/>
            <p:cNvGrpSpPr>
              <a:grpSpLocks/>
            </p:cNvGrpSpPr>
            <p:nvPr/>
          </p:nvGrpSpPr>
          <p:grpSpPr bwMode="auto">
            <a:xfrm>
              <a:off x="576" y="1494"/>
              <a:ext cx="144" cy="144"/>
              <a:chOff x="2880" y="2160"/>
              <a:chExt cx="192" cy="192"/>
            </a:xfrm>
          </p:grpSpPr>
          <p:sp>
            <p:nvSpPr>
              <p:cNvPr id="71769" name="Line 89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70" name="Line 90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771" name="Oval 91"/>
            <p:cNvSpPr>
              <a:spLocks noChangeArrowheads="1"/>
            </p:cNvSpPr>
            <p:nvPr/>
          </p:nvSpPr>
          <p:spPr bwMode="auto">
            <a:xfrm>
              <a:off x="1104" y="1590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2" name="Oval 92"/>
            <p:cNvSpPr>
              <a:spLocks noChangeArrowheads="1"/>
            </p:cNvSpPr>
            <p:nvPr/>
          </p:nvSpPr>
          <p:spPr bwMode="auto">
            <a:xfrm>
              <a:off x="960" y="216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73" name="Group 93"/>
            <p:cNvGrpSpPr>
              <a:grpSpLocks/>
            </p:cNvGrpSpPr>
            <p:nvPr/>
          </p:nvGrpSpPr>
          <p:grpSpPr bwMode="auto">
            <a:xfrm>
              <a:off x="768" y="1782"/>
              <a:ext cx="144" cy="144"/>
              <a:chOff x="2880" y="2160"/>
              <a:chExt cx="192" cy="192"/>
            </a:xfrm>
          </p:grpSpPr>
          <p:sp>
            <p:nvSpPr>
              <p:cNvPr id="71774" name="Line 94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75" name="Line 95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76" name="Group 96"/>
            <p:cNvGrpSpPr>
              <a:grpSpLocks/>
            </p:cNvGrpSpPr>
            <p:nvPr/>
          </p:nvGrpSpPr>
          <p:grpSpPr bwMode="auto">
            <a:xfrm>
              <a:off x="768" y="2262"/>
              <a:ext cx="144" cy="144"/>
              <a:chOff x="2880" y="2160"/>
              <a:chExt cx="192" cy="192"/>
            </a:xfrm>
          </p:grpSpPr>
          <p:sp>
            <p:nvSpPr>
              <p:cNvPr id="71777" name="Line 97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78" name="Line 98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79" name="Group 99"/>
            <p:cNvGrpSpPr>
              <a:grpSpLocks/>
            </p:cNvGrpSpPr>
            <p:nvPr/>
          </p:nvGrpSpPr>
          <p:grpSpPr bwMode="auto">
            <a:xfrm>
              <a:off x="1152" y="1686"/>
              <a:ext cx="144" cy="144"/>
              <a:chOff x="2880" y="2160"/>
              <a:chExt cx="192" cy="192"/>
            </a:xfrm>
          </p:grpSpPr>
          <p:sp>
            <p:nvSpPr>
              <p:cNvPr id="71780" name="Line 100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1" name="Line 101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82" name="Group 102"/>
            <p:cNvGrpSpPr>
              <a:grpSpLocks/>
            </p:cNvGrpSpPr>
            <p:nvPr/>
          </p:nvGrpSpPr>
          <p:grpSpPr bwMode="auto">
            <a:xfrm>
              <a:off x="288" y="1830"/>
              <a:ext cx="144" cy="144"/>
              <a:chOff x="2880" y="2160"/>
              <a:chExt cx="192" cy="192"/>
            </a:xfrm>
          </p:grpSpPr>
          <p:sp>
            <p:nvSpPr>
              <p:cNvPr id="71783" name="Line 103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4" name="Line 104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785" name="Oval 105"/>
            <p:cNvSpPr>
              <a:spLocks noChangeArrowheads="1"/>
            </p:cNvSpPr>
            <p:nvPr/>
          </p:nvSpPr>
          <p:spPr bwMode="auto">
            <a:xfrm>
              <a:off x="480" y="216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6" name="Oval 106"/>
            <p:cNvSpPr>
              <a:spLocks noChangeArrowheads="1"/>
            </p:cNvSpPr>
            <p:nvPr/>
          </p:nvSpPr>
          <p:spPr bwMode="auto">
            <a:xfrm>
              <a:off x="576" y="2262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7" name="Oval 107"/>
            <p:cNvSpPr>
              <a:spLocks noChangeArrowheads="1"/>
            </p:cNvSpPr>
            <p:nvPr/>
          </p:nvSpPr>
          <p:spPr bwMode="auto">
            <a:xfrm>
              <a:off x="720" y="211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" name="Oval 108"/>
            <p:cNvSpPr>
              <a:spLocks noChangeArrowheads="1"/>
            </p:cNvSpPr>
            <p:nvPr/>
          </p:nvSpPr>
          <p:spPr bwMode="auto">
            <a:xfrm>
              <a:off x="576" y="1878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" name="Oval 109"/>
            <p:cNvSpPr>
              <a:spLocks noChangeArrowheads="1"/>
            </p:cNvSpPr>
            <p:nvPr/>
          </p:nvSpPr>
          <p:spPr bwMode="auto">
            <a:xfrm>
              <a:off x="432" y="192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" name="Oval 110"/>
            <p:cNvSpPr>
              <a:spLocks noChangeArrowheads="1"/>
            </p:cNvSpPr>
            <p:nvPr/>
          </p:nvSpPr>
          <p:spPr bwMode="auto">
            <a:xfrm>
              <a:off x="336" y="1686"/>
              <a:ext cx="96" cy="96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91" name="Group 111"/>
            <p:cNvGrpSpPr>
              <a:grpSpLocks/>
            </p:cNvGrpSpPr>
            <p:nvPr/>
          </p:nvGrpSpPr>
          <p:grpSpPr bwMode="auto">
            <a:xfrm>
              <a:off x="960" y="2358"/>
              <a:ext cx="144" cy="144"/>
              <a:chOff x="2880" y="2160"/>
              <a:chExt cx="192" cy="192"/>
            </a:xfrm>
          </p:grpSpPr>
          <p:sp>
            <p:nvSpPr>
              <p:cNvPr id="71792" name="Line 112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93" name="Line 113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94" name="Group 114"/>
            <p:cNvGrpSpPr>
              <a:grpSpLocks/>
            </p:cNvGrpSpPr>
            <p:nvPr/>
          </p:nvGrpSpPr>
          <p:grpSpPr bwMode="auto">
            <a:xfrm>
              <a:off x="672" y="2454"/>
              <a:ext cx="144" cy="144"/>
              <a:chOff x="2880" y="2160"/>
              <a:chExt cx="192" cy="192"/>
            </a:xfrm>
          </p:grpSpPr>
          <p:sp>
            <p:nvSpPr>
              <p:cNvPr id="71795" name="Line 115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96" name="Line 116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797" name="Group 117"/>
            <p:cNvGrpSpPr>
              <a:grpSpLocks/>
            </p:cNvGrpSpPr>
            <p:nvPr/>
          </p:nvGrpSpPr>
          <p:grpSpPr bwMode="auto">
            <a:xfrm>
              <a:off x="1248" y="2310"/>
              <a:ext cx="144" cy="144"/>
              <a:chOff x="2880" y="2160"/>
              <a:chExt cx="192" cy="192"/>
            </a:xfrm>
          </p:grpSpPr>
          <p:sp>
            <p:nvSpPr>
              <p:cNvPr id="71798" name="Line 118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99" name="Line 119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00" name="Group 120"/>
            <p:cNvGrpSpPr>
              <a:grpSpLocks/>
            </p:cNvGrpSpPr>
            <p:nvPr/>
          </p:nvGrpSpPr>
          <p:grpSpPr bwMode="auto">
            <a:xfrm>
              <a:off x="816" y="2022"/>
              <a:ext cx="144" cy="144"/>
              <a:chOff x="2880" y="2160"/>
              <a:chExt cx="192" cy="192"/>
            </a:xfrm>
          </p:grpSpPr>
          <p:sp>
            <p:nvSpPr>
              <p:cNvPr id="71801" name="Line 121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02" name="Line 122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03" name="Group 123"/>
            <p:cNvGrpSpPr>
              <a:grpSpLocks/>
            </p:cNvGrpSpPr>
            <p:nvPr/>
          </p:nvGrpSpPr>
          <p:grpSpPr bwMode="auto">
            <a:xfrm>
              <a:off x="1056" y="2214"/>
              <a:ext cx="144" cy="144"/>
              <a:chOff x="2880" y="2160"/>
              <a:chExt cx="192" cy="192"/>
            </a:xfrm>
          </p:grpSpPr>
          <p:sp>
            <p:nvSpPr>
              <p:cNvPr id="71804" name="Line 124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05" name="Line 125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06" name="Group 126"/>
            <p:cNvGrpSpPr>
              <a:grpSpLocks/>
            </p:cNvGrpSpPr>
            <p:nvPr/>
          </p:nvGrpSpPr>
          <p:grpSpPr bwMode="auto">
            <a:xfrm>
              <a:off x="1104" y="2454"/>
              <a:ext cx="144" cy="144"/>
              <a:chOff x="2880" y="2160"/>
              <a:chExt cx="192" cy="192"/>
            </a:xfrm>
          </p:grpSpPr>
          <p:sp>
            <p:nvSpPr>
              <p:cNvPr id="71807" name="Line 127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08" name="Line 128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09" name="Group 129"/>
            <p:cNvGrpSpPr>
              <a:grpSpLocks/>
            </p:cNvGrpSpPr>
            <p:nvPr/>
          </p:nvGrpSpPr>
          <p:grpSpPr bwMode="auto">
            <a:xfrm>
              <a:off x="1248" y="1830"/>
              <a:ext cx="144" cy="144"/>
              <a:chOff x="2880" y="2160"/>
              <a:chExt cx="192" cy="192"/>
            </a:xfrm>
          </p:grpSpPr>
          <p:sp>
            <p:nvSpPr>
              <p:cNvPr id="71810" name="Line 130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11" name="Line 131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812" name="Group 132"/>
            <p:cNvGrpSpPr>
              <a:grpSpLocks/>
            </p:cNvGrpSpPr>
            <p:nvPr/>
          </p:nvGrpSpPr>
          <p:grpSpPr bwMode="auto">
            <a:xfrm>
              <a:off x="1392" y="1974"/>
              <a:ext cx="144" cy="144"/>
              <a:chOff x="2880" y="2160"/>
              <a:chExt cx="192" cy="192"/>
            </a:xfrm>
          </p:grpSpPr>
          <p:sp>
            <p:nvSpPr>
              <p:cNvPr id="71813" name="Line 133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14" name="Line 134"/>
              <p:cNvSpPr>
                <a:spLocks noChangeShapeType="1"/>
              </p:cNvSpPr>
              <p:nvPr/>
            </p:nvSpPr>
            <p:spPr bwMode="auto">
              <a:xfrm>
                <a:off x="2976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47B7210-3ABE-7544-0C13-3DA3B26107C6}"/>
              </a:ext>
            </a:extLst>
          </p:cNvPr>
          <p:cNvGrpSpPr/>
          <p:nvPr/>
        </p:nvGrpSpPr>
        <p:grpSpPr>
          <a:xfrm>
            <a:off x="1673408" y="4759814"/>
            <a:ext cx="1744388" cy="464743"/>
            <a:chOff x="3038852" y="1184167"/>
            <a:chExt cx="1784000" cy="4428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115CBD-C83C-8C9D-6E36-606FC4BB64CF}"/>
                </a:ext>
              </a:extLst>
            </p:cNvPr>
            <p:cNvSpPr txBox="1"/>
            <p:nvPr/>
          </p:nvSpPr>
          <p:spPr>
            <a:xfrm>
              <a:off x="3038852" y="1184167"/>
              <a:ext cx="1784000" cy="44281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  good risk – no default</a:t>
              </a:r>
            </a:p>
            <a:p>
              <a:pPr>
                <a:buNone/>
              </a:pPr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bad risk - default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271054-E120-DBE9-B6E7-9907AF6FF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9842" y="1409693"/>
              <a:ext cx="165100" cy="165100"/>
            </a:xfrm>
            <a:prstGeom prst="rect">
              <a:avLst/>
            </a:prstGeom>
          </p:spPr>
        </p:pic>
      </p:grpSp>
      <p:sp>
        <p:nvSpPr>
          <p:cNvPr id="6" name="Line 94">
            <a:extLst>
              <a:ext uri="{FF2B5EF4-FFF2-40B4-BE49-F238E27FC236}">
                <a16:creationId xmlns:a16="http://schemas.microsoft.com/office/drawing/2014/main" id="{99C78808-24AC-7AA2-6CB5-92A4EBC3E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1" y="2676525"/>
            <a:ext cx="228600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5">
            <a:extLst>
              <a:ext uri="{FF2B5EF4-FFF2-40B4-BE49-F238E27FC236}">
                <a16:creationId xmlns:a16="http://schemas.microsoft.com/office/drawing/2014/main" id="{66C74B32-0604-74B6-CFE2-9C71A1560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5701" y="2562225"/>
            <a:ext cx="0" cy="2286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9C816-B18B-158C-9888-1DFA45BE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4" y="-213707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Entropy</a:t>
            </a:r>
          </a:p>
        </p:txBody>
      </p:sp>
    </p:spTree>
    <p:extLst>
      <p:ext uri="{BB962C8B-B14F-4D97-AF65-F5344CB8AC3E}">
        <p14:creationId xmlns:p14="http://schemas.microsoft.com/office/powerpoint/2010/main" val="9394177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5" grpId="0" animBg="1"/>
      <p:bldP spid="71686" grpId="0" animBg="1"/>
      <p:bldP spid="71687" grpId="0"/>
      <p:bldP spid="71688" grpId="0"/>
      <p:bldP spid="71689" grpId="0"/>
      <p:bldP spid="71752" grpId="0"/>
      <p:bldP spid="71753" grpId="0"/>
      <p:bldP spid="71754" grpId="0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1738596" y="1044512"/>
            <a:ext cx="8334703" cy="516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Information Gain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Entropy (parent) – [Weighted Entropy (children)]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3279084" y="2843889"/>
            <a:ext cx="26532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Impurity(Pre-Split) =0.996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415699" y="2846410"/>
            <a:ext cx="3657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Average Impurity(Post-Split) = 0.615</a:t>
            </a:r>
          </a:p>
        </p:txBody>
      </p:sp>
      <p:cxnSp>
        <p:nvCxnSpPr>
          <p:cNvPr id="72711" name="AutoShape 7"/>
          <p:cNvCxnSpPr>
            <a:cxnSpLocks noChangeShapeType="1"/>
            <a:stCxn id="72707" idx="0"/>
            <a:endCxn id="72710" idx="0"/>
          </p:cNvCxnSpPr>
          <p:nvPr/>
        </p:nvCxnSpPr>
        <p:spPr bwMode="auto">
          <a:xfrm rot="16200000" flipH="1">
            <a:off x="6423838" y="1025748"/>
            <a:ext cx="2521" cy="3638802"/>
          </a:xfrm>
          <a:prstGeom prst="curvedConnector3">
            <a:avLst>
              <a:gd name="adj1" fmla="val -9067830"/>
            </a:avLst>
          </a:prstGeom>
          <a:noFill/>
          <a:ln w="9525">
            <a:solidFill>
              <a:srgbClr val="FF66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8114313" y="3981278"/>
            <a:ext cx="2211558" cy="289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eaLnBrk="1" hangingPunct="1"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eaLnBrk="1" hangingPunct="1">
              <a:buChar char="–"/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eaLnBrk="1" hangingPunct="1"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eaLnBrk="1" hangingPunct="1">
              <a:buChar char="–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eaLnBrk="1" hangingPunct="1">
              <a:buChar char="»"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6pPr>
            <a:lvl7pPr marL="22288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7pPr>
            <a:lvl8pPr marL="25717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8pPr>
            <a:lvl9pPr marL="2914650" indent="-17145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Gain=0.996-0.615=0.38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D122F6-7EF5-E576-DBA4-6C35714CBCA9}"/>
              </a:ext>
            </a:extLst>
          </p:cNvPr>
          <p:cNvGrpSpPr/>
          <p:nvPr/>
        </p:nvGrpSpPr>
        <p:grpSpPr>
          <a:xfrm>
            <a:off x="3581760" y="3339424"/>
            <a:ext cx="4259505" cy="2557462"/>
            <a:chOff x="2057759" y="3339424"/>
            <a:chExt cx="4259505" cy="2557462"/>
          </a:xfrm>
        </p:grpSpPr>
        <p:sp>
          <p:nvSpPr>
            <p:cNvPr id="72715" name="Line 11"/>
            <p:cNvSpPr>
              <a:spLocks noChangeShapeType="1"/>
            </p:cNvSpPr>
            <p:nvPr/>
          </p:nvSpPr>
          <p:spPr bwMode="auto">
            <a:xfrm flipV="1">
              <a:off x="3655027" y="3858536"/>
              <a:ext cx="1365250" cy="779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16" name="Line 12"/>
            <p:cNvSpPr>
              <a:spLocks noChangeShapeType="1"/>
            </p:cNvSpPr>
            <p:nvPr/>
          </p:nvSpPr>
          <p:spPr bwMode="auto">
            <a:xfrm>
              <a:off x="3655027" y="4637999"/>
              <a:ext cx="1365250" cy="674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21" name="Text Box 17"/>
            <p:cNvSpPr txBox="1">
              <a:spLocks noChangeArrowheads="1"/>
            </p:cNvSpPr>
            <p:nvPr/>
          </p:nvSpPr>
          <p:spPr bwMode="auto">
            <a:xfrm>
              <a:off x="3526990" y="5106397"/>
              <a:ext cx="129698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57175" indent="-257175" eaLnBrk="1" hangingPunct="1">
                <a:defRPr sz="2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marL="557213" indent="-214313" eaLnBrk="1" hangingPunct="1">
                <a:buChar char="–"/>
                <a:defRPr sz="1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2pPr>
              <a:lvl3pPr marL="857250" indent="-171450" eaLnBrk="1" hangingPunct="1">
                <a:defRPr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3pPr>
              <a:lvl4pPr marL="1200150" indent="-171450" eaLnBrk="1" hangingPunct="1">
                <a:buChar char="–"/>
                <a:defRPr sz="15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4pPr>
              <a:lvl5pPr marL="1543050" indent="-171450" eaLnBrk="1" hangingPunct="1">
                <a:buChar char="»"/>
                <a:defRPr sz="15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5pPr>
              <a:lvl6pPr marL="18859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6pPr>
              <a:lvl7pPr marL="22288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7pPr>
              <a:lvl8pPr marL="25717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8pPr>
              <a:lvl9pPr marL="29146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/>
                <a:t>Balance&lt;50K</a:t>
              </a:r>
            </a:p>
          </p:txBody>
        </p:sp>
        <p:sp>
          <p:nvSpPr>
            <p:cNvPr id="72722" name="Text Box 18"/>
            <p:cNvSpPr txBox="1">
              <a:spLocks noChangeArrowheads="1"/>
            </p:cNvSpPr>
            <p:nvPr/>
          </p:nvSpPr>
          <p:spPr bwMode="auto">
            <a:xfrm>
              <a:off x="3596534" y="3730117"/>
              <a:ext cx="1400968" cy="312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57175" indent="-257175" eaLnBrk="1" hangingPunct="1">
                <a:defRPr sz="2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1pPr>
              <a:lvl2pPr marL="557213" indent="-214313" eaLnBrk="1" hangingPunct="1">
                <a:buChar char="–"/>
                <a:defRPr sz="18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2pPr>
              <a:lvl3pPr marL="857250" indent="-171450" eaLnBrk="1" hangingPunct="1">
                <a:defRPr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3pPr>
              <a:lvl4pPr marL="1200150" indent="-171450" eaLnBrk="1" hangingPunct="1">
                <a:buChar char="–"/>
                <a:defRPr sz="15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4pPr>
              <a:lvl5pPr marL="1543050" indent="-171450" eaLnBrk="1" hangingPunct="1">
                <a:buChar char="»"/>
                <a:defRPr sz="15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lvl5pPr>
              <a:lvl6pPr marL="18859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6pPr>
              <a:lvl7pPr marL="22288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7pPr>
              <a:lvl8pPr marL="25717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8pPr>
              <a:lvl9pPr marL="2914650" indent="-171450" fontAlgn="base">
                <a:spcBef>
                  <a:spcPct val="20000"/>
                </a:spcBef>
                <a:spcAft>
                  <a:spcPct val="0"/>
                </a:spcAft>
                <a:buChar char="»"/>
                <a:defRPr sz="1500">
                  <a:latin typeface="+mn-lt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/>
                <a:t>Balance&gt;=50K</a:t>
              </a:r>
            </a:p>
          </p:txBody>
        </p:sp>
        <p:grpSp>
          <p:nvGrpSpPr>
            <p:cNvPr id="72761" name="Group 57"/>
            <p:cNvGrpSpPr>
              <a:grpSpLocks/>
            </p:cNvGrpSpPr>
            <p:nvPr/>
          </p:nvGrpSpPr>
          <p:grpSpPr bwMode="auto">
            <a:xfrm>
              <a:off x="2057759" y="4014111"/>
              <a:ext cx="1639888" cy="1143000"/>
              <a:chOff x="700" y="2690"/>
              <a:chExt cx="1033" cy="720"/>
            </a:xfrm>
          </p:grpSpPr>
          <p:sp>
            <p:nvSpPr>
              <p:cNvPr id="72762" name="Oval 58"/>
              <p:cNvSpPr>
                <a:spLocks noChangeArrowheads="1"/>
              </p:cNvSpPr>
              <p:nvPr/>
            </p:nvSpPr>
            <p:spPr bwMode="auto">
              <a:xfrm>
                <a:off x="700" y="2690"/>
                <a:ext cx="1033" cy="7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63" name="Oval 59"/>
              <p:cNvSpPr>
                <a:spLocks noChangeArrowheads="1"/>
              </p:cNvSpPr>
              <p:nvPr/>
            </p:nvSpPr>
            <p:spPr bwMode="auto">
              <a:xfrm>
                <a:off x="1173" y="3083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764" name="Group 60"/>
              <p:cNvGrpSpPr>
                <a:grpSpLocks/>
              </p:cNvGrpSpPr>
              <p:nvPr/>
            </p:nvGrpSpPr>
            <p:grpSpPr bwMode="auto">
              <a:xfrm>
                <a:off x="1130" y="2788"/>
                <a:ext cx="129" cy="98"/>
                <a:chOff x="2880" y="2160"/>
                <a:chExt cx="192" cy="192"/>
              </a:xfrm>
            </p:grpSpPr>
            <p:sp>
              <p:nvSpPr>
                <p:cNvPr id="72765" name="Line 61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66" name="Line 62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767" name="Oval 63"/>
              <p:cNvSpPr>
                <a:spLocks noChangeArrowheads="1"/>
              </p:cNvSpPr>
              <p:nvPr/>
            </p:nvSpPr>
            <p:spPr bwMode="auto">
              <a:xfrm>
                <a:off x="1560" y="3115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68" name="Oval 64"/>
              <p:cNvSpPr>
                <a:spLocks noChangeArrowheads="1"/>
              </p:cNvSpPr>
              <p:nvPr/>
            </p:nvSpPr>
            <p:spPr bwMode="auto">
              <a:xfrm>
                <a:off x="1345" y="3279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69" name="Oval 65"/>
              <p:cNvSpPr>
                <a:spLocks noChangeArrowheads="1"/>
              </p:cNvSpPr>
              <p:nvPr/>
            </p:nvSpPr>
            <p:spPr bwMode="auto">
              <a:xfrm>
                <a:off x="829" y="3181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0" name="Oval 66"/>
              <p:cNvSpPr>
                <a:spLocks noChangeArrowheads="1"/>
              </p:cNvSpPr>
              <p:nvPr/>
            </p:nvSpPr>
            <p:spPr bwMode="auto">
              <a:xfrm>
                <a:off x="915" y="3246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1" name="Oval 67"/>
              <p:cNvSpPr>
                <a:spLocks noChangeArrowheads="1"/>
              </p:cNvSpPr>
              <p:nvPr/>
            </p:nvSpPr>
            <p:spPr bwMode="auto">
              <a:xfrm>
                <a:off x="1431" y="3115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2" name="Oval 68"/>
              <p:cNvSpPr>
                <a:spLocks noChangeArrowheads="1"/>
              </p:cNvSpPr>
              <p:nvPr/>
            </p:nvSpPr>
            <p:spPr bwMode="auto">
              <a:xfrm>
                <a:off x="915" y="2854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3" name="Oval 69"/>
              <p:cNvSpPr>
                <a:spLocks noChangeArrowheads="1"/>
              </p:cNvSpPr>
              <p:nvPr/>
            </p:nvSpPr>
            <p:spPr bwMode="auto">
              <a:xfrm>
                <a:off x="1345" y="3017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774" name="Group 70"/>
              <p:cNvGrpSpPr>
                <a:grpSpLocks/>
              </p:cNvGrpSpPr>
              <p:nvPr/>
            </p:nvGrpSpPr>
            <p:grpSpPr bwMode="auto">
              <a:xfrm>
                <a:off x="1044" y="3050"/>
                <a:ext cx="129" cy="98"/>
                <a:chOff x="2880" y="2160"/>
                <a:chExt cx="192" cy="192"/>
              </a:xfrm>
            </p:grpSpPr>
            <p:sp>
              <p:nvSpPr>
                <p:cNvPr id="72775" name="Line 71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76" name="Line 72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778" name="Oval 74"/>
              <p:cNvSpPr>
                <a:spLocks noChangeArrowheads="1"/>
              </p:cNvSpPr>
              <p:nvPr/>
            </p:nvSpPr>
            <p:spPr bwMode="auto">
              <a:xfrm>
                <a:off x="1345" y="3017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79" name="Oval 75"/>
              <p:cNvSpPr>
                <a:spLocks noChangeArrowheads="1"/>
              </p:cNvSpPr>
              <p:nvPr/>
            </p:nvSpPr>
            <p:spPr bwMode="auto">
              <a:xfrm>
                <a:off x="1345" y="2755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0" name="Oval 76"/>
              <p:cNvSpPr>
                <a:spLocks noChangeArrowheads="1"/>
              </p:cNvSpPr>
              <p:nvPr/>
            </p:nvSpPr>
            <p:spPr bwMode="auto">
              <a:xfrm>
                <a:off x="1173" y="2723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1" name="Oval 77"/>
              <p:cNvSpPr>
                <a:spLocks noChangeArrowheads="1"/>
              </p:cNvSpPr>
              <p:nvPr/>
            </p:nvSpPr>
            <p:spPr bwMode="auto">
              <a:xfrm>
                <a:off x="1216" y="2854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2" name="Oval 78"/>
              <p:cNvSpPr>
                <a:spLocks noChangeArrowheads="1"/>
              </p:cNvSpPr>
              <p:nvPr/>
            </p:nvSpPr>
            <p:spPr bwMode="auto">
              <a:xfrm>
                <a:off x="1259" y="3148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3" name="Oval 79"/>
              <p:cNvSpPr>
                <a:spLocks noChangeArrowheads="1"/>
              </p:cNvSpPr>
              <p:nvPr/>
            </p:nvSpPr>
            <p:spPr bwMode="auto">
              <a:xfrm>
                <a:off x="1001" y="3148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84" name="Oval 80"/>
              <p:cNvSpPr>
                <a:spLocks noChangeArrowheads="1"/>
              </p:cNvSpPr>
              <p:nvPr/>
            </p:nvSpPr>
            <p:spPr bwMode="auto">
              <a:xfrm>
                <a:off x="1087" y="3312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785" name="Group 81"/>
              <p:cNvGrpSpPr>
                <a:grpSpLocks/>
              </p:cNvGrpSpPr>
              <p:nvPr/>
            </p:nvGrpSpPr>
            <p:grpSpPr bwMode="auto">
              <a:xfrm>
                <a:off x="915" y="3017"/>
                <a:ext cx="129" cy="98"/>
                <a:chOff x="2880" y="2160"/>
                <a:chExt cx="192" cy="192"/>
              </a:xfrm>
            </p:grpSpPr>
            <p:sp>
              <p:nvSpPr>
                <p:cNvPr id="72786" name="Line 82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87" name="Line 83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788" name="Group 84"/>
              <p:cNvGrpSpPr>
                <a:grpSpLocks/>
              </p:cNvGrpSpPr>
              <p:nvPr/>
            </p:nvGrpSpPr>
            <p:grpSpPr bwMode="auto">
              <a:xfrm>
                <a:off x="1001" y="2919"/>
                <a:ext cx="129" cy="98"/>
                <a:chOff x="2880" y="2160"/>
                <a:chExt cx="192" cy="192"/>
              </a:xfrm>
            </p:grpSpPr>
            <p:sp>
              <p:nvSpPr>
                <p:cNvPr id="72789" name="Line 85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90" name="Line 86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791" name="Group 87"/>
              <p:cNvGrpSpPr>
                <a:grpSpLocks/>
              </p:cNvGrpSpPr>
              <p:nvPr/>
            </p:nvGrpSpPr>
            <p:grpSpPr bwMode="auto">
              <a:xfrm>
                <a:off x="786" y="3083"/>
                <a:ext cx="129" cy="98"/>
                <a:chOff x="2880" y="2160"/>
                <a:chExt cx="192" cy="192"/>
              </a:xfrm>
            </p:grpSpPr>
            <p:sp>
              <p:nvSpPr>
                <p:cNvPr id="72792" name="Line 88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93" name="Line 89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794" name="Group 90"/>
              <p:cNvGrpSpPr>
                <a:grpSpLocks/>
              </p:cNvGrpSpPr>
              <p:nvPr/>
            </p:nvGrpSpPr>
            <p:grpSpPr bwMode="auto">
              <a:xfrm>
                <a:off x="1001" y="2755"/>
                <a:ext cx="129" cy="99"/>
                <a:chOff x="2880" y="2160"/>
                <a:chExt cx="192" cy="192"/>
              </a:xfrm>
            </p:grpSpPr>
            <p:sp>
              <p:nvSpPr>
                <p:cNvPr id="72795" name="Line 91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796" name="Line 92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797" name="Oval 93"/>
              <p:cNvSpPr>
                <a:spLocks noChangeArrowheads="1"/>
              </p:cNvSpPr>
              <p:nvPr/>
            </p:nvSpPr>
            <p:spPr bwMode="auto">
              <a:xfrm>
                <a:off x="1474" y="2821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798" name="Oval 94"/>
              <p:cNvSpPr>
                <a:spLocks noChangeArrowheads="1"/>
              </p:cNvSpPr>
              <p:nvPr/>
            </p:nvSpPr>
            <p:spPr bwMode="auto">
              <a:xfrm>
                <a:off x="1345" y="2919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799" name="Group 95"/>
              <p:cNvGrpSpPr>
                <a:grpSpLocks/>
              </p:cNvGrpSpPr>
              <p:nvPr/>
            </p:nvGrpSpPr>
            <p:grpSpPr bwMode="auto">
              <a:xfrm>
                <a:off x="1474" y="2984"/>
                <a:ext cx="129" cy="99"/>
                <a:chOff x="2880" y="2160"/>
                <a:chExt cx="192" cy="192"/>
              </a:xfrm>
            </p:grpSpPr>
            <p:sp>
              <p:nvSpPr>
                <p:cNvPr id="72800" name="Line 96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01" name="Line 97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02" name="Group 98"/>
              <p:cNvGrpSpPr>
                <a:grpSpLocks/>
              </p:cNvGrpSpPr>
              <p:nvPr/>
            </p:nvGrpSpPr>
            <p:grpSpPr bwMode="auto">
              <a:xfrm>
                <a:off x="1087" y="3181"/>
                <a:ext cx="129" cy="98"/>
                <a:chOff x="2880" y="2160"/>
                <a:chExt cx="192" cy="192"/>
              </a:xfrm>
            </p:grpSpPr>
            <p:sp>
              <p:nvSpPr>
                <p:cNvPr id="72803" name="Line 99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04" name="Line 100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05" name="Group 101"/>
              <p:cNvGrpSpPr>
                <a:grpSpLocks/>
              </p:cNvGrpSpPr>
              <p:nvPr/>
            </p:nvGrpSpPr>
            <p:grpSpPr bwMode="auto">
              <a:xfrm>
                <a:off x="1173" y="2952"/>
                <a:ext cx="129" cy="98"/>
                <a:chOff x="2880" y="2160"/>
                <a:chExt cx="192" cy="192"/>
              </a:xfrm>
            </p:grpSpPr>
            <p:sp>
              <p:nvSpPr>
                <p:cNvPr id="72806" name="Line 102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07" name="Line 103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08" name="Group 104"/>
              <p:cNvGrpSpPr>
                <a:grpSpLocks/>
              </p:cNvGrpSpPr>
              <p:nvPr/>
            </p:nvGrpSpPr>
            <p:grpSpPr bwMode="auto">
              <a:xfrm>
                <a:off x="1173" y="3279"/>
                <a:ext cx="129" cy="98"/>
                <a:chOff x="2880" y="2160"/>
                <a:chExt cx="192" cy="192"/>
              </a:xfrm>
            </p:grpSpPr>
            <p:sp>
              <p:nvSpPr>
                <p:cNvPr id="72809" name="Line 105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10" name="Line 106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11" name="Group 107"/>
              <p:cNvGrpSpPr>
                <a:grpSpLocks/>
              </p:cNvGrpSpPr>
              <p:nvPr/>
            </p:nvGrpSpPr>
            <p:grpSpPr bwMode="auto">
              <a:xfrm>
                <a:off x="1345" y="3181"/>
                <a:ext cx="129" cy="98"/>
                <a:chOff x="2880" y="2160"/>
                <a:chExt cx="192" cy="192"/>
              </a:xfrm>
            </p:grpSpPr>
            <p:sp>
              <p:nvSpPr>
                <p:cNvPr id="72812" name="Line 108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13" name="Line 109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14" name="Group 110"/>
              <p:cNvGrpSpPr>
                <a:grpSpLocks/>
              </p:cNvGrpSpPr>
              <p:nvPr/>
            </p:nvGrpSpPr>
            <p:grpSpPr bwMode="auto">
              <a:xfrm>
                <a:off x="786" y="2854"/>
                <a:ext cx="129" cy="98"/>
                <a:chOff x="2880" y="2160"/>
                <a:chExt cx="192" cy="192"/>
              </a:xfrm>
            </p:grpSpPr>
            <p:sp>
              <p:nvSpPr>
                <p:cNvPr id="72815" name="Line 111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16" name="Line 112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17" name="Group 113"/>
              <p:cNvGrpSpPr>
                <a:grpSpLocks/>
              </p:cNvGrpSpPr>
              <p:nvPr/>
            </p:nvGrpSpPr>
            <p:grpSpPr bwMode="auto">
              <a:xfrm>
                <a:off x="1517" y="2886"/>
                <a:ext cx="129" cy="98"/>
                <a:chOff x="2880" y="2160"/>
                <a:chExt cx="192" cy="192"/>
              </a:xfrm>
            </p:grpSpPr>
            <p:sp>
              <p:nvSpPr>
                <p:cNvPr id="72818" name="Line 114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19" name="Line 115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20" name="Group 116"/>
              <p:cNvGrpSpPr>
                <a:grpSpLocks/>
              </p:cNvGrpSpPr>
              <p:nvPr/>
            </p:nvGrpSpPr>
            <p:grpSpPr bwMode="auto">
              <a:xfrm>
                <a:off x="743" y="2984"/>
                <a:ext cx="129" cy="99"/>
                <a:chOff x="2880" y="2160"/>
                <a:chExt cx="192" cy="192"/>
              </a:xfrm>
            </p:grpSpPr>
            <p:sp>
              <p:nvSpPr>
                <p:cNvPr id="72821" name="Line 117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22" name="Line 118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823" name="Group 119"/>
            <p:cNvGrpSpPr>
              <a:grpSpLocks/>
            </p:cNvGrpSpPr>
            <p:nvPr/>
          </p:nvGrpSpPr>
          <p:grpSpPr bwMode="auto">
            <a:xfrm>
              <a:off x="4952014" y="4961849"/>
              <a:ext cx="1296988" cy="935037"/>
              <a:chOff x="2550" y="3344"/>
              <a:chExt cx="817" cy="589"/>
            </a:xfrm>
          </p:grpSpPr>
          <p:sp>
            <p:nvSpPr>
              <p:cNvPr id="72824" name="Oval 120"/>
              <p:cNvSpPr>
                <a:spLocks noChangeArrowheads="1"/>
              </p:cNvSpPr>
              <p:nvPr/>
            </p:nvSpPr>
            <p:spPr bwMode="auto">
              <a:xfrm>
                <a:off x="2851" y="3410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25" name="Oval 121"/>
              <p:cNvSpPr>
                <a:spLocks noChangeArrowheads="1"/>
              </p:cNvSpPr>
              <p:nvPr/>
            </p:nvSpPr>
            <p:spPr bwMode="auto">
              <a:xfrm>
                <a:off x="2550" y="3344"/>
                <a:ext cx="817" cy="58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26" name="Oval 122"/>
              <p:cNvSpPr>
                <a:spLocks noChangeArrowheads="1"/>
              </p:cNvSpPr>
              <p:nvPr/>
            </p:nvSpPr>
            <p:spPr bwMode="auto">
              <a:xfrm>
                <a:off x="3109" y="3704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27" name="Oval 123"/>
              <p:cNvSpPr>
                <a:spLocks noChangeArrowheads="1"/>
              </p:cNvSpPr>
              <p:nvPr/>
            </p:nvSpPr>
            <p:spPr bwMode="auto">
              <a:xfrm>
                <a:off x="2980" y="3704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28" name="Oval 124"/>
              <p:cNvSpPr>
                <a:spLocks noChangeArrowheads="1"/>
              </p:cNvSpPr>
              <p:nvPr/>
            </p:nvSpPr>
            <p:spPr bwMode="auto">
              <a:xfrm>
                <a:off x="2765" y="3475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29" name="Oval 125"/>
              <p:cNvSpPr>
                <a:spLocks noChangeArrowheads="1"/>
              </p:cNvSpPr>
              <p:nvPr/>
            </p:nvSpPr>
            <p:spPr bwMode="auto">
              <a:xfrm>
                <a:off x="3109" y="3802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0" name="Oval 126"/>
              <p:cNvSpPr>
                <a:spLocks noChangeArrowheads="1"/>
              </p:cNvSpPr>
              <p:nvPr/>
            </p:nvSpPr>
            <p:spPr bwMode="auto">
              <a:xfrm>
                <a:off x="3109" y="3541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1" name="Oval 127"/>
              <p:cNvSpPr>
                <a:spLocks noChangeArrowheads="1"/>
              </p:cNvSpPr>
              <p:nvPr/>
            </p:nvSpPr>
            <p:spPr bwMode="auto">
              <a:xfrm>
                <a:off x="2593" y="3671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2" name="Oval 128"/>
              <p:cNvSpPr>
                <a:spLocks noChangeArrowheads="1"/>
              </p:cNvSpPr>
              <p:nvPr/>
            </p:nvSpPr>
            <p:spPr bwMode="auto">
              <a:xfrm>
                <a:off x="2679" y="3770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3" name="Oval 129"/>
              <p:cNvSpPr>
                <a:spLocks noChangeArrowheads="1"/>
              </p:cNvSpPr>
              <p:nvPr/>
            </p:nvSpPr>
            <p:spPr bwMode="auto">
              <a:xfrm>
                <a:off x="2765" y="3835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4" name="Oval 130"/>
              <p:cNvSpPr>
                <a:spLocks noChangeArrowheads="1"/>
              </p:cNvSpPr>
              <p:nvPr/>
            </p:nvSpPr>
            <p:spPr bwMode="auto">
              <a:xfrm>
                <a:off x="2937" y="3475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5" name="Oval 131"/>
              <p:cNvSpPr>
                <a:spLocks noChangeArrowheads="1"/>
              </p:cNvSpPr>
              <p:nvPr/>
            </p:nvSpPr>
            <p:spPr bwMode="auto">
              <a:xfrm>
                <a:off x="2980" y="3639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36" name="Oval 132"/>
              <p:cNvSpPr>
                <a:spLocks noChangeArrowheads="1"/>
              </p:cNvSpPr>
              <p:nvPr/>
            </p:nvSpPr>
            <p:spPr bwMode="auto">
              <a:xfrm>
                <a:off x="3195" y="3671"/>
                <a:ext cx="86" cy="66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837" name="Group 133"/>
              <p:cNvGrpSpPr>
                <a:grpSpLocks/>
              </p:cNvGrpSpPr>
              <p:nvPr/>
            </p:nvGrpSpPr>
            <p:grpSpPr bwMode="auto">
              <a:xfrm>
                <a:off x="2894" y="3770"/>
                <a:ext cx="129" cy="98"/>
                <a:chOff x="2880" y="2160"/>
                <a:chExt cx="192" cy="192"/>
              </a:xfrm>
            </p:grpSpPr>
            <p:sp>
              <p:nvSpPr>
                <p:cNvPr id="72838" name="Line 134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39" name="Line 135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840" name="Group 136"/>
            <p:cNvGrpSpPr>
              <a:grpSpLocks/>
            </p:cNvGrpSpPr>
            <p:nvPr/>
          </p:nvGrpSpPr>
          <p:grpSpPr bwMode="auto">
            <a:xfrm>
              <a:off x="5020277" y="3339424"/>
              <a:ext cx="1296987" cy="935037"/>
              <a:chOff x="2593" y="2265"/>
              <a:chExt cx="817" cy="589"/>
            </a:xfrm>
          </p:grpSpPr>
          <p:grpSp>
            <p:nvGrpSpPr>
              <p:cNvPr id="72841" name="Group 137"/>
              <p:cNvGrpSpPr>
                <a:grpSpLocks/>
              </p:cNvGrpSpPr>
              <p:nvPr/>
            </p:nvGrpSpPr>
            <p:grpSpPr bwMode="auto">
              <a:xfrm>
                <a:off x="2679" y="2461"/>
                <a:ext cx="129" cy="98"/>
                <a:chOff x="2880" y="2160"/>
                <a:chExt cx="192" cy="192"/>
              </a:xfrm>
            </p:grpSpPr>
            <p:sp>
              <p:nvSpPr>
                <p:cNvPr id="72842" name="Line 138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43" name="Line 139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44" name="Group 140"/>
              <p:cNvGrpSpPr>
                <a:grpSpLocks/>
              </p:cNvGrpSpPr>
              <p:nvPr/>
            </p:nvGrpSpPr>
            <p:grpSpPr bwMode="auto">
              <a:xfrm>
                <a:off x="2722" y="2690"/>
                <a:ext cx="129" cy="98"/>
                <a:chOff x="2880" y="2160"/>
                <a:chExt cx="192" cy="192"/>
              </a:xfrm>
            </p:grpSpPr>
            <p:sp>
              <p:nvSpPr>
                <p:cNvPr id="72845" name="Line 141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46" name="Line 142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47" name="Group 143"/>
              <p:cNvGrpSpPr>
                <a:grpSpLocks/>
              </p:cNvGrpSpPr>
              <p:nvPr/>
            </p:nvGrpSpPr>
            <p:grpSpPr bwMode="auto">
              <a:xfrm>
                <a:off x="2980" y="2330"/>
                <a:ext cx="129" cy="98"/>
                <a:chOff x="2880" y="2160"/>
                <a:chExt cx="192" cy="192"/>
              </a:xfrm>
            </p:grpSpPr>
            <p:sp>
              <p:nvSpPr>
                <p:cNvPr id="72848" name="Line 144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49" name="Line 145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50" name="Group 146"/>
              <p:cNvGrpSpPr>
                <a:grpSpLocks/>
              </p:cNvGrpSpPr>
              <p:nvPr/>
            </p:nvGrpSpPr>
            <p:grpSpPr bwMode="auto">
              <a:xfrm>
                <a:off x="2937" y="2625"/>
                <a:ext cx="129" cy="98"/>
                <a:chOff x="2880" y="2160"/>
                <a:chExt cx="192" cy="192"/>
              </a:xfrm>
            </p:grpSpPr>
            <p:sp>
              <p:nvSpPr>
                <p:cNvPr id="72851" name="Line 147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52" name="Line 148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53" name="Group 149"/>
              <p:cNvGrpSpPr>
                <a:grpSpLocks/>
              </p:cNvGrpSpPr>
              <p:nvPr/>
            </p:nvGrpSpPr>
            <p:grpSpPr bwMode="auto">
              <a:xfrm>
                <a:off x="3152" y="2461"/>
                <a:ext cx="129" cy="98"/>
                <a:chOff x="2880" y="2160"/>
                <a:chExt cx="192" cy="192"/>
              </a:xfrm>
            </p:grpSpPr>
            <p:sp>
              <p:nvSpPr>
                <p:cNvPr id="72854" name="Line 150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55" name="Line 151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856" name="Oval 152"/>
              <p:cNvSpPr>
                <a:spLocks noChangeArrowheads="1"/>
              </p:cNvSpPr>
              <p:nvPr/>
            </p:nvSpPr>
            <p:spPr bwMode="auto">
              <a:xfrm>
                <a:off x="2593" y="2265"/>
                <a:ext cx="817" cy="58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857" name="Group 153"/>
              <p:cNvGrpSpPr>
                <a:grpSpLocks/>
              </p:cNvGrpSpPr>
              <p:nvPr/>
            </p:nvGrpSpPr>
            <p:grpSpPr bwMode="auto">
              <a:xfrm>
                <a:off x="2722" y="2363"/>
                <a:ext cx="129" cy="98"/>
                <a:chOff x="2880" y="2160"/>
                <a:chExt cx="192" cy="192"/>
              </a:xfrm>
            </p:grpSpPr>
            <p:sp>
              <p:nvSpPr>
                <p:cNvPr id="72858" name="Line 154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59" name="Line 155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60" name="Group 156"/>
              <p:cNvGrpSpPr>
                <a:grpSpLocks/>
              </p:cNvGrpSpPr>
              <p:nvPr/>
            </p:nvGrpSpPr>
            <p:grpSpPr bwMode="auto">
              <a:xfrm>
                <a:off x="2808" y="2526"/>
                <a:ext cx="129" cy="99"/>
                <a:chOff x="2880" y="2160"/>
                <a:chExt cx="192" cy="192"/>
              </a:xfrm>
            </p:grpSpPr>
            <p:sp>
              <p:nvSpPr>
                <p:cNvPr id="72861" name="Line 157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62" name="Line 158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63" name="Group 159"/>
              <p:cNvGrpSpPr>
                <a:grpSpLocks/>
              </p:cNvGrpSpPr>
              <p:nvPr/>
            </p:nvGrpSpPr>
            <p:grpSpPr bwMode="auto">
              <a:xfrm>
                <a:off x="3023" y="2494"/>
                <a:ext cx="129" cy="98"/>
                <a:chOff x="2880" y="2160"/>
                <a:chExt cx="192" cy="192"/>
              </a:xfrm>
            </p:grpSpPr>
            <p:sp>
              <p:nvSpPr>
                <p:cNvPr id="72864" name="Line 160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65" name="Line 161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66" name="Group 162"/>
              <p:cNvGrpSpPr>
                <a:grpSpLocks/>
              </p:cNvGrpSpPr>
              <p:nvPr/>
            </p:nvGrpSpPr>
            <p:grpSpPr bwMode="auto">
              <a:xfrm>
                <a:off x="2851" y="2723"/>
                <a:ext cx="129" cy="98"/>
                <a:chOff x="2880" y="2160"/>
                <a:chExt cx="192" cy="192"/>
              </a:xfrm>
            </p:grpSpPr>
            <p:sp>
              <p:nvSpPr>
                <p:cNvPr id="72867" name="Line 163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68" name="Line 164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69" name="Group 165"/>
              <p:cNvGrpSpPr>
                <a:grpSpLocks/>
              </p:cNvGrpSpPr>
              <p:nvPr/>
            </p:nvGrpSpPr>
            <p:grpSpPr bwMode="auto">
              <a:xfrm>
                <a:off x="3195" y="2592"/>
                <a:ext cx="129" cy="98"/>
                <a:chOff x="2880" y="2160"/>
                <a:chExt cx="192" cy="192"/>
              </a:xfrm>
            </p:grpSpPr>
            <p:sp>
              <p:nvSpPr>
                <p:cNvPr id="72870" name="Line 166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71" name="Line 167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72" name="Group 168"/>
              <p:cNvGrpSpPr>
                <a:grpSpLocks/>
              </p:cNvGrpSpPr>
              <p:nvPr/>
            </p:nvGrpSpPr>
            <p:grpSpPr bwMode="auto">
              <a:xfrm>
                <a:off x="2679" y="2592"/>
                <a:ext cx="129" cy="98"/>
                <a:chOff x="2880" y="2160"/>
                <a:chExt cx="192" cy="192"/>
              </a:xfrm>
            </p:grpSpPr>
            <p:sp>
              <p:nvSpPr>
                <p:cNvPr id="72873" name="Line 169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74" name="Line 170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2875" name="Group 171"/>
              <p:cNvGrpSpPr>
                <a:grpSpLocks/>
              </p:cNvGrpSpPr>
              <p:nvPr/>
            </p:nvGrpSpPr>
            <p:grpSpPr bwMode="auto">
              <a:xfrm>
                <a:off x="3066" y="2657"/>
                <a:ext cx="129" cy="98"/>
                <a:chOff x="2880" y="2160"/>
                <a:chExt cx="192" cy="192"/>
              </a:xfrm>
            </p:grpSpPr>
            <p:sp>
              <p:nvSpPr>
                <p:cNvPr id="72876" name="Line 172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77" name="Line 173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878" name="Oval 174"/>
              <p:cNvSpPr>
                <a:spLocks noChangeArrowheads="1"/>
              </p:cNvSpPr>
              <p:nvPr/>
            </p:nvSpPr>
            <p:spPr bwMode="auto">
              <a:xfrm>
                <a:off x="3152" y="2363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79" name="Oval 175"/>
              <p:cNvSpPr>
                <a:spLocks noChangeArrowheads="1"/>
              </p:cNvSpPr>
              <p:nvPr/>
            </p:nvSpPr>
            <p:spPr bwMode="auto">
              <a:xfrm>
                <a:off x="2851" y="2330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80" name="Oval 176"/>
              <p:cNvSpPr>
                <a:spLocks noChangeArrowheads="1"/>
              </p:cNvSpPr>
              <p:nvPr/>
            </p:nvSpPr>
            <p:spPr bwMode="auto">
              <a:xfrm>
                <a:off x="3023" y="2723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81" name="Oval 177"/>
              <p:cNvSpPr>
                <a:spLocks noChangeArrowheads="1"/>
              </p:cNvSpPr>
              <p:nvPr/>
            </p:nvSpPr>
            <p:spPr bwMode="auto">
              <a:xfrm>
                <a:off x="2808" y="2625"/>
                <a:ext cx="86" cy="6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882" name="Group 178"/>
              <p:cNvGrpSpPr>
                <a:grpSpLocks/>
              </p:cNvGrpSpPr>
              <p:nvPr/>
            </p:nvGrpSpPr>
            <p:grpSpPr bwMode="auto">
              <a:xfrm>
                <a:off x="2894" y="2428"/>
                <a:ext cx="129" cy="98"/>
                <a:chOff x="2880" y="2160"/>
                <a:chExt cx="192" cy="192"/>
              </a:xfrm>
            </p:grpSpPr>
            <p:sp>
              <p:nvSpPr>
                <p:cNvPr id="72883" name="Line 179"/>
                <p:cNvSpPr>
                  <a:spLocks noChangeShapeType="1"/>
                </p:cNvSpPr>
                <p:nvPr/>
              </p:nvSpPr>
              <p:spPr bwMode="auto">
                <a:xfrm>
                  <a:off x="2880" y="22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884" name="Line 180"/>
                <p:cNvSpPr>
                  <a:spLocks noChangeShapeType="1"/>
                </p:cNvSpPr>
                <p:nvPr/>
              </p:nvSpPr>
              <p:spPr bwMode="auto">
                <a:xfrm>
                  <a:off x="2976" y="216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99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2901" name="Rectangle 197"/>
          <p:cNvSpPr>
            <a:spLocks noGrp="1" noChangeArrowheads="1"/>
          </p:cNvSpPr>
          <p:nvPr>
            <p:ph type="title"/>
          </p:nvPr>
        </p:nvSpPr>
        <p:spPr>
          <a:xfrm>
            <a:off x="0" y="35750"/>
            <a:ext cx="10515600" cy="678538"/>
          </a:xfrm>
          <a:noFill/>
          <a:ln/>
        </p:spPr>
        <p:txBody>
          <a:bodyPr>
            <a:normAutofit/>
          </a:bodyPr>
          <a:lstStyle/>
          <a:p>
            <a:r>
              <a:rPr lang="en-US" sz="2400" dirty="0"/>
              <a:t>Evaluating Splits via Information Gain</a:t>
            </a:r>
          </a:p>
        </p:txBody>
      </p:sp>
      <p:sp>
        <p:nvSpPr>
          <p:cNvPr id="72902" name="Rectangle 198"/>
          <p:cNvSpPr>
            <a:spLocks noChangeArrowheads="1"/>
          </p:cNvSpPr>
          <p:nvPr/>
        </p:nvSpPr>
        <p:spPr bwMode="auto">
          <a:xfrm>
            <a:off x="6347978" y="4330593"/>
            <a:ext cx="27240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Impurity = 0.787</a:t>
            </a:r>
          </a:p>
        </p:txBody>
      </p:sp>
      <p:sp>
        <p:nvSpPr>
          <p:cNvPr id="72903" name="Rectangle 199"/>
          <p:cNvSpPr>
            <a:spLocks noChangeArrowheads="1"/>
          </p:cNvSpPr>
          <p:nvPr/>
        </p:nvSpPr>
        <p:spPr bwMode="auto">
          <a:xfrm>
            <a:off x="6483962" y="6026889"/>
            <a:ext cx="2578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Impurity = 0.39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A82246-F3CD-F441-08C7-1B6115428520}"/>
              </a:ext>
            </a:extLst>
          </p:cNvPr>
          <p:cNvGrpSpPr/>
          <p:nvPr/>
        </p:nvGrpSpPr>
        <p:grpSpPr>
          <a:xfrm>
            <a:off x="1615211" y="5736612"/>
            <a:ext cx="2444387" cy="634020"/>
            <a:chOff x="3038852" y="1184167"/>
            <a:chExt cx="2499895" cy="60410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E484C1-A8D9-B16A-1FE0-F9EE2DF9B485}"/>
                </a:ext>
              </a:extLst>
            </p:cNvPr>
            <p:cNvSpPr txBox="1"/>
            <p:nvPr/>
          </p:nvSpPr>
          <p:spPr>
            <a:xfrm>
              <a:off x="3038852" y="1184167"/>
              <a:ext cx="2499895" cy="60410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  good risk – no default</a:t>
              </a:r>
            </a:p>
            <a:p>
              <a:pPr>
                <a:buNone/>
              </a:pPr>
              <a:r>
                <a:rPr lang="en-US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bad risk - default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5580A1-7BEE-E1BA-C415-68E097D79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7485" y="1553660"/>
              <a:ext cx="165100" cy="1651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302DA73-AF07-CD9E-223B-73B404AFCFA3}"/>
              </a:ext>
            </a:extLst>
          </p:cNvPr>
          <p:cNvSpPr txBox="1"/>
          <p:nvPr/>
        </p:nvSpPr>
        <p:spPr>
          <a:xfrm>
            <a:off x="5723701" y="2080990"/>
            <a:ext cx="1534394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Gain = 0.38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6B932-4D61-C5A5-20DA-56F25AF7C440}"/>
              </a:ext>
            </a:extLst>
          </p:cNvPr>
          <p:cNvSpPr txBox="1"/>
          <p:nvPr/>
        </p:nvSpPr>
        <p:spPr>
          <a:xfrm>
            <a:off x="4971208" y="409457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7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/>
      <p:bldP spid="72707" grpId="0"/>
      <p:bldP spid="72710" grpId="0"/>
      <p:bldP spid="72712" grpId="0"/>
      <p:bldP spid="72902" grpId="0"/>
      <p:bldP spid="72903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E898-4CCD-6213-1EE9-50FE9CA6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28</a:t>
            </a:fld>
            <a:endParaRPr lang="en-US"/>
          </a:p>
        </p:txBody>
      </p:sp>
      <p:sp>
        <p:nvSpPr>
          <p:cNvPr id="145" name="Rectangle 2">
            <a:extLst>
              <a:ext uri="{FF2B5EF4-FFF2-40B4-BE49-F238E27FC236}">
                <a16:creationId xmlns:a16="http://schemas.microsoft.com/office/drawing/2014/main" id="{0FBAAC3B-00A0-08FF-CC5D-D9004C705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729214"/>
          </a:xfrm>
        </p:spPr>
        <p:txBody>
          <a:bodyPr>
            <a:normAutofit/>
          </a:bodyPr>
          <a:lstStyle/>
          <a:p>
            <a:r>
              <a:rPr lang="en-US" sz="3600" dirty="0"/>
              <a:t>Finding the best split</a:t>
            </a:r>
          </a:p>
        </p:txBody>
      </p:sp>
      <p:pic>
        <p:nvPicPr>
          <p:cNvPr id="141" name="Graphic 140">
            <a:extLst>
              <a:ext uri="{FF2B5EF4-FFF2-40B4-BE49-F238E27FC236}">
                <a16:creationId xmlns:a16="http://schemas.microsoft.com/office/drawing/2014/main" id="{543B4BEB-BED8-4B6F-B616-EB5F5008D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4476" y="1676384"/>
            <a:ext cx="5646683" cy="4705569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F1E2EDA4-D86A-ACD7-D0EE-065E94120E64}"/>
              </a:ext>
            </a:extLst>
          </p:cNvPr>
          <p:cNvSpPr txBox="1"/>
          <p:nvPr/>
        </p:nvSpPr>
        <p:spPr>
          <a:xfrm>
            <a:off x="2466466" y="1071006"/>
            <a:ext cx="4925772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if we tried to split over age instead?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DADC386-D98E-5E31-E3A8-1D484B16C36D}"/>
              </a:ext>
            </a:extLst>
          </p:cNvPr>
          <p:cNvSpPr txBox="1"/>
          <p:nvPr/>
        </p:nvSpPr>
        <p:spPr>
          <a:xfrm>
            <a:off x="1639614" y="2090172"/>
            <a:ext cx="2743200" cy="3724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First, need to find the best place to split the age variable (using information gain)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Then, compare the maximal info gain to other splits</a:t>
            </a:r>
          </a:p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Thankfully we have software to do this!</a:t>
            </a:r>
          </a:p>
        </p:txBody>
      </p:sp>
      <p:sp>
        <p:nvSpPr>
          <p:cNvPr id="148" name="Rounded Rectangular Callout 147">
            <a:extLst>
              <a:ext uri="{FF2B5EF4-FFF2-40B4-BE49-F238E27FC236}">
                <a16:creationId xmlns:a16="http://schemas.microsoft.com/office/drawing/2014/main" id="{077D1309-6934-20B8-A1CD-1F05AC4AA257}"/>
              </a:ext>
            </a:extLst>
          </p:cNvPr>
          <p:cNvSpPr/>
          <p:nvPr/>
        </p:nvSpPr>
        <p:spPr bwMode="auto">
          <a:xfrm>
            <a:off x="8077200" y="1071007"/>
            <a:ext cx="2412124" cy="605377"/>
          </a:xfrm>
          <a:prstGeom prst="wedgeRoundRectCallout">
            <a:avLst>
              <a:gd name="adj1" fmla="val -59177"/>
              <a:gd name="adj2" fmla="val 7638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as good as the split for income!</a:t>
            </a:r>
          </a:p>
        </p:txBody>
      </p:sp>
    </p:spTree>
    <p:extLst>
      <p:ext uri="{BB962C8B-B14F-4D97-AF65-F5344CB8AC3E}">
        <p14:creationId xmlns:p14="http://schemas.microsoft.com/office/powerpoint/2010/main" val="381776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7" grpId="0" animBg="1"/>
      <p:bldP spid="14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DE1B7B-33E6-5BFD-78F2-4A4F21B7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z="1100" smtClean="0"/>
              <a:t>29</a:t>
            </a:fld>
            <a:endParaRPr lang="en-US" sz="11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C7A350-FB62-B2F8-1F3F-6063DCF86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1127" y="1572459"/>
            <a:ext cx="3559628" cy="4574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stop growing when:</a:t>
            </a:r>
          </a:p>
          <a:p>
            <a:r>
              <a:rPr lang="en-US" sz="2400" dirty="0"/>
              <a:t>Perfect purity</a:t>
            </a:r>
          </a:p>
          <a:p>
            <a:r>
              <a:rPr lang="en-US" sz="2400" dirty="0"/>
              <a:t>Or no split can add information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7DA2926-F059-31EF-9841-0861A910D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37" y="1602658"/>
            <a:ext cx="5181600" cy="4574305"/>
          </a:xfrm>
        </p:spPr>
        <p:txBody>
          <a:bodyPr>
            <a:normAutofit/>
          </a:bodyPr>
          <a:lstStyle/>
          <a:p>
            <a:r>
              <a:rPr lang="en-US" sz="2400" dirty="0"/>
              <a:t>At each split, we need to</a:t>
            </a:r>
          </a:p>
          <a:p>
            <a:pPr lvl="1"/>
            <a:r>
              <a:rPr lang="en-US" sz="2000" dirty="0"/>
              <a:t>Find the optimal split point  for each numeric attribute</a:t>
            </a:r>
          </a:p>
          <a:p>
            <a:pPr lvl="1"/>
            <a:r>
              <a:rPr lang="en-US" sz="2000" dirty="0"/>
              <a:t>Find the optimal split for any categorical attribute</a:t>
            </a:r>
          </a:p>
          <a:p>
            <a:pPr lvl="1"/>
            <a:r>
              <a:rPr lang="en-US" sz="2000" dirty="0"/>
              <a:t>Compare the information gain of those splits for each attribute</a:t>
            </a:r>
          </a:p>
          <a:p>
            <a:pPr lvl="1"/>
            <a:r>
              <a:rPr lang="en-US" sz="2000" dirty="0"/>
              <a:t>Pick the best one and split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5048B10-31CA-7656-D491-DEE0F07BB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27" y="104936"/>
            <a:ext cx="10515600" cy="1005840"/>
          </a:xfrm>
        </p:spPr>
        <p:txBody>
          <a:bodyPr>
            <a:normAutofit/>
          </a:bodyPr>
          <a:lstStyle/>
          <a:p>
            <a:r>
              <a:rPr lang="en-US" sz="3200" dirty="0"/>
              <a:t>Building the tree…</a:t>
            </a:r>
          </a:p>
        </p:txBody>
      </p:sp>
      <p:pic>
        <p:nvPicPr>
          <p:cNvPr id="4" name="Picture 3" descr="A group of people holding hands&#10;&#10;Description automatically generated">
            <a:extLst>
              <a:ext uri="{FF2B5EF4-FFF2-40B4-BE49-F238E27FC236}">
                <a16:creationId xmlns:a16="http://schemas.microsoft.com/office/drawing/2014/main" id="{CB6E6BE7-27D7-F45C-3FD5-7D4CB7AF9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1358362"/>
            <a:ext cx="3146035" cy="1061313"/>
          </a:xfrm>
          <a:prstGeom prst="rect">
            <a:avLst/>
          </a:prstGeom>
        </p:spPr>
      </p:pic>
      <p:pic>
        <p:nvPicPr>
          <p:cNvPr id="5" name="Picture 4" descr="A group of people with different colored figures&#10;&#10;Description automatically generated">
            <a:extLst>
              <a:ext uri="{FF2B5EF4-FFF2-40B4-BE49-F238E27FC236}">
                <a16:creationId xmlns:a16="http://schemas.microsoft.com/office/drawing/2014/main" id="{0E0E6011-81AD-2319-3420-3810A128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922" y="2483756"/>
            <a:ext cx="1465098" cy="1696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B362DC-BCA6-1595-BE6B-E5E4EC0D0B56}"/>
              </a:ext>
            </a:extLst>
          </p:cNvPr>
          <p:cNvSpPr txBox="1"/>
          <p:nvPr/>
        </p:nvSpPr>
        <p:spPr>
          <a:xfrm>
            <a:off x="2377762" y="5666492"/>
            <a:ext cx="680071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/ hold-out sets will guide us in optimal tree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01B10-AEF8-CB3D-8DC5-F96EBFEF34D7}"/>
              </a:ext>
            </a:extLst>
          </p:cNvPr>
          <p:cNvSpPr txBox="1"/>
          <p:nvPr/>
        </p:nvSpPr>
        <p:spPr>
          <a:xfrm>
            <a:off x="2377762" y="5165636"/>
            <a:ext cx="680071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But, we don’t want to build trees as deep as we can</a:t>
            </a:r>
          </a:p>
        </p:txBody>
      </p:sp>
    </p:spTree>
    <p:extLst>
      <p:ext uri="{BB962C8B-B14F-4D97-AF65-F5344CB8AC3E}">
        <p14:creationId xmlns:p14="http://schemas.microsoft.com/office/powerpoint/2010/main" val="129538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DA2D-4D8C-394D-AC84-AF763F74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8" y="1423851"/>
            <a:ext cx="4800599" cy="45455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Each split results in </a:t>
            </a:r>
            <a:r>
              <a:rPr lang="en-US" i="1" dirty="0"/>
              <a:t>information gain</a:t>
            </a:r>
          </a:p>
          <a:p>
            <a:pPr lvl="1"/>
            <a:r>
              <a:rPr lang="en-US" dirty="0"/>
              <a:t>Decreasing entropy is increasing information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assign the info gain to the attribute used for that split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Summed information gain over the entire tree gives a measure of </a:t>
            </a:r>
            <a:r>
              <a:rPr lang="en-US" i="1" dirty="0"/>
              <a:t>feature importance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48287-B15D-E548-9B4F-1D549170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77" y="141442"/>
            <a:ext cx="10515600" cy="1001559"/>
          </a:xfrm>
        </p:spPr>
        <p:txBody>
          <a:bodyPr>
            <a:noAutofit/>
          </a:bodyPr>
          <a:lstStyle/>
          <a:p>
            <a:r>
              <a:rPr lang="en-US" sz="3600" dirty="0"/>
              <a:t>Information gain for feature importance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5622D-4ACE-884D-9807-8A2910657D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0828" y="1160367"/>
            <a:ext cx="4800600" cy="5458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E59CD5-33B0-6CFA-6F39-A877ED637658}"/>
              </a:ext>
            </a:extLst>
          </p:cNvPr>
          <p:cNvSpPr txBox="1"/>
          <p:nvPr/>
        </p:nvSpPr>
        <p:spPr>
          <a:xfrm>
            <a:off x="10127665" y="852590"/>
            <a:ext cx="1122423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DSB Chap 3</a:t>
            </a:r>
          </a:p>
        </p:txBody>
      </p:sp>
    </p:spTree>
    <p:extLst>
      <p:ext uri="{BB962C8B-B14F-4D97-AF65-F5344CB8AC3E}">
        <p14:creationId xmlns:p14="http://schemas.microsoft.com/office/powerpoint/2010/main" val="230602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BD483-3DFF-7E70-413E-362FF4C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81254-A47E-701C-36B4-04F4A7C79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465" y="1135188"/>
            <a:ext cx="5600180" cy="48655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Most basic measure of performance is “</a:t>
            </a:r>
            <a:r>
              <a:rPr lang="en-US" i="1" dirty="0"/>
              <a:t>accuracy</a:t>
            </a:r>
            <a:r>
              <a:rPr lang="en-US" dirty="0"/>
              <a:t>” – strictly how many of your data points you got correct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is the accuracy in this example? Is that good?</a:t>
            </a:r>
          </a:p>
          <a:p>
            <a:pPr lvl="1"/>
            <a:r>
              <a:rPr lang="en-US" dirty="0"/>
              <a:t>Goodness depends on the </a:t>
            </a:r>
            <a:r>
              <a:rPr lang="en-US" i="1" dirty="0" err="1"/>
              <a:t>baserate</a:t>
            </a:r>
            <a:r>
              <a:rPr lang="en-US" i="1" dirty="0"/>
              <a:t>!</a:t>
            </a:r>
            <a:r>
              <a:rPr lang="en-US" dirty="0"/>
              <a:t>  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Always best to report performance on a test set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57EF7-6EA5-B3E0-0652-44C2562C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16"/>
            <a:ext cx="10515600" cy="1001559"/>
          </a:xfrm>
        </p:spPr>
        <p:txBody>
          <a:bodyPr/>
          <a:lstStyle/>
          <a:p>
            <a:r>
              <a:rPr lang="en-US" dirty="0"/>
              <a:t>Tree Evaluation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E144D6A-E067-7B16-2B9D-716B85390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291" y="996223"/>
            <a:ext cx="5799244" cy="486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31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9751378" y="5885498"/>
            <a:ext cx="1315721" cy="365125"/>
          </a:xfrm>
        </p:spPr>
        <p:txBody>
          <a:bodyPr/>
          <a:lstStyle/>
          <a:p>
            <a:pPr>
              <a:defRPr/>
            </a:pPr>
            <a:fld id="{22F27C8E-632E-435E-8D7A-E81F227BC0D3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597" y="1581353"/>
            <a:ext cx="8205839" cy="4089195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Typically, multiple trees (or </a:t>
            </a:r>
            <a:r>
              <a:rPr lang="en-US" i="1" dirty="0"/>
              <a:t>forests</a:t>
            </a:r>
            <a:r>
              <a:rPr lang="en-US" dirty="0"/>
              <a:t>) will outperform a single well-built tree.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/>
              <a:t>Random Forests </a:t>
            </a:r>
            <a:r>
              <a:rPr lang="en-US" dirty="0"/>
              <a:t>is a ML method that fits many different trees to a prediction problem - using random samples of rows and columns – and averaging the predictions across trees. 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dirty="0"/>
              <a:t>Pro: improved predictive power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r>
              <a:rPr lang="en-US" dirty="0"/>
              <a:t>Con: loss of interpretability 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More to come when we get to ensembles…</a:t>
            </a:r>
          </a:p>
          <a:p>
            <a:pPr marL="642938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642938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3045"/>
            <a:ext cx="7347397" cy="729214"/>
          </a:xfrm>
        </p:spPr>
        <p:txBody>
          <a:bodyPr>
            <a:normAutofit/>
          </a:bodyPr>
          <a:lstStyle/>
          <a:p>
            <a:r>
              <a:rPr lang="en-US" dirty="0"/>
              <a:t>Teaser: Random Forests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4877E-8A3B-6E49-0AFE-1A5B67E2B797}"/>
              </a:ext>
            </a:extLst>
          </p:cNvPr>
          <p:cNvSpPr txBox="1"/>
          <p:nvPr/>
        </p:nvSpPr>
        <p:spPr>
          <a:xfrm>
            <a:off x="3420933" y="6071794"/>
            <a:ext cx="5907665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00803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</a:t>
            </a:r>
            <a:r>
              <a:rPr lang="en-US" sz="1600" dirty="0" err="1">
                <a:solidFill>
                  <a:srgbClr val="586E7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ensemble</a:t>
            </a:r>
            <a:r>
              <a:rPr lang="en-US" sz="1600" dirty="0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3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5192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RandomForestClassifier</a:t>
            </a:r>
            <a:endParaRPr lang="en-US" sz="1600" dirty="0">
              <a:latin typeface="Consolas" panose="020B0609020204030204" pitchFamily="49" charset="0"/>
              <a:ea typeface="Tahoma" panose="020B0604030504040204" pitchFamily="34" charset="0"/>
              <a:cs typeface="Consolas" panose="020B0609020204030204" pitchFamily="49" charset="0"/>
            </a:endParaRPr>
          </a:p>
        </p:txBody>
      </p:sp>
      <p:pic>
        <p:nvPicPr>
          <p:cNvPr id="1026" name="Picture 2" descr="illustration of how random forest classification works">
            <a:extLst>
              <a:ext uri="{FF2B5EF4-FFF2-40B4-BE49-F238E27FC236}">
                <a16:creationId xmlns:a16="http://schemas.microsoft.com/office/drawing/2014/main" id="{568567C7-2DC8-0194-CE18-1C0F84AEB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433" y="447652"/>
            <a:ext cx="3387144" cy="182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72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50AC6-230A-A22C-2968-04ACAD5E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92894-4312-949A-73C2-28E01C7E4FFD}"/>
              </a:ext>
            </a:extLst>
          </p:cNvPr>
          <p:cNvSpPr txBox="1"/>
          <p:nvPr/>
        </p:nvSpPr>
        <p:spPr>
          <a:xfrm>
            <a:off x="1890361" y="1829927"/>
            <a:ext cx="6261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Fitting and Interpreting Decision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1673F-AE31-F116-3191-F59AE3AD7058}"/>
              </a:ext>
            </a:extLst>
          </p:cNvPr>
          <p:cNvSpPr txBox="1"/>
          <p:nvPr/>
        </p:nvSpPr>
        <p:spPr>
          <a:xfrm>
            <a:off x="2989916" y="3228945"/>
            <a:ext cx="683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T4_Decision_Trees.ipynb</a:t>
            </a:r>
          </a:p>
        </p:txBody>
      </p:sp>
    </p:spTree>
    <p:extLst>
      <p:ext uri="{BB962C8B-B14F-4D97-AF65-F5344CB8AC3E}">
        <p14:creationId xmlns:p14="http://schemas.microsoft.com/office/powerpoint/2010/main" val="3566689615"/>
      </p:ext>
    </p:extLst>
  </p:cSld>
  <p:clrMapOvr>
    <a:masterClrMapping/>
  </p:clrMapOvr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3" id="{3B948D19-5E78-E844-B343-B92D9E766377}" vid="{9633086A-9E95-2840-8C79-7BAF77740E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53773</TotalTime>
  <Words>1893</Words>
  <Application>Microsoft Macintosh PowerPoint</Application>
  <PresentationFormat>Widescreen</PresentationFormat>
  <Paragraphs>620</Paragraphs>
  <Slides>33</Slides>
  <Notes>24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Consolas</vt:lpstr>
      <vt:lpstr>Courier New</vt:lpstr>
      <vt:lpstr>Montserrat</vt:lpstr>
      <vt:lpstr>Montserrat SemiBold</vt:lpstr>
      <vt:lpstr>Tahoma</vt:lpstr>
      <vt:lpstr>Wingdings</vt:lpstr>
      <vt:lpstr>LSL_PowerPoint_Template</vt:lpstr>
      <vt:lpstr>Equation</vt:lpstr>
      <vt:lpstr>Topic 4 – Decision Trees</vt:lpstr>
      <vt:lpstr>Class Data Project</vt:lpstr>
      <vt:lpstr>Class Data Project</vt:lpstr>
      <vt:lpstr>Fitting ML Models in Python</vt:lpstr>
      <vt:lpstr>From Exploration to Model Fitting</vt:lpstr>
      <vt:lpstr>PowerPoint Presentation</vt:lpstr>
      <vt:lpstr>Decision Trees - Intro</vt:lpstr>
      <vt:lpstr>Why decision trees? </vt:lpstr>
      <vt:lpstr>Supervised Classification : Example</vt:lpstr>
      <vt:lpstr>Separating Classes</vt:lpstr>
      <vt:lpstr>Separating Classes</vt:lpstr>
      <vt:lpstr>Separating Classes</vt:lpstr>
      <vt:lpstr>Separating Classes</vt:lpstr>
      <vt:lpstr>Put it all together</vt:lpstr>
      <vt:lpstr>Decision / Classification Tree</vt:lpstr>
      <vt:lpstr>Representing a tree</vt:lpstr>
      <vt:lpstr>Loan example</vt:lpstr>
      <vt:lpstr>Decision Trees</vt:lpstr>
      <vt:lpstr>Trees - Summary</vt:lpstr>
      <vt:lpstr>How to Grow Decision Trees </vt:lpstr>
      <vt:lpstr>Growing a Tree</vt:lpstr>
      <vt:lpstr>Growing a tree</vt:lpstr>
      <vt:lpstr>Measuring Impurity through Entropy</vt:lpstr>
      <vt:lpstr>Entropy</vt:lpstr>
      <vt:lpstr>Entropy</vt:lpstr>
      <vt:lpstr>Entropy</vt:lpstr>
      <vt:lpstr>Evaluating Splits via Information Gain</vt:lpstr>
      <vt:lpstr>Finding the best split</vt:lpstr>
      <vt:lpstr>Building the tree…</vt:lpstr>
      <vt:lpstr>Information gain for feature importance</vt:lpstr>
      <vt:lpstr>Tree Evaluation</vt:lpstr>
      <vt:lpstr>Teaser: Random Forests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66</cp:revision>
  <dcterms:created xsi:type="dcterms:W3CDTF">2023-07-07T20:20:38Z</dcterms:created>
  <dcterms:modified xsi:type="dcterms:W3CDTF">2025-09-22T14:03:59Z</dcterms:modified>
</cp:coreProperties>
</file>